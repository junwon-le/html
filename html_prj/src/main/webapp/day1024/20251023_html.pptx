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830" autoAdjust="0"/>
    <p:restoredTop sz="94660"/>
  </p:normalViewPr>
  <p:slideViewPr>
    <p:cSldViewPr>
      <p:cViewPr>
        <p:scale>
          <a:sx n="150" d="100"/>
          <a:sy n="150" d="100"/>
        </p:scale>
        <p:origin x="-864" y="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6EF86-3791-40FE-AD47-2AB6FCC296A3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332D7-B80F-49C1-BE79-3D333286B8C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7332D7-B80F-49C1-BE79-3D333286B8C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7332D7-B80F-49C1-BE79-3D333286B8C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A8A61-BC4B-4841-93B1-5F5DB28D9FD9}" type="datetimeFigureOut">
              <a:rPr lang="ko-KR" altLang="en-US" smtClean="0"/>
              <a:pPr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D16C6-88B2-41B7-BBB0-E5587066AE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-71462"/>
            <a:ext cx="8527976" cy="7263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*Web</a:t>
            </a:r>
          </a:p>
          <a:p>
            <a:r>
              <a:rPr lang="en-US" altLang="ko-KR" sz="1600" dirty="0" smtClean="0"/>
              <a:t> - WWW ( World Wide Web )  </a:t>
            </a:r>
            <a:r>
              <a:rPr lang="ko-KR" altLang="en-US" sz="1600" dirty="0" smtClean="0"/>
              <a:t>또는 </a:t>
            </a:r>
            <a:r>
              <a:rPr lang="en-US" altLang="ko-KR" sz="1600" dirty="0" smtClean="0"/>
              <a:t>W3 </a:t>
            </a:r>
            <a:r>
              <a:rPr lang="ko-KR" altLang="en-US" sz="1600" dirty="0" smtClean="0"/>
              <a:t>라고도 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이미지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영상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소리등을</a:t>
            </a:r>
            <a:r>
              <a:rPr lang="ko-KR" altLang="en-US" sz="1600" dirty="0" smtClean="0"/>
              <a:t> 포함한 문서 </a:t>
            </a:r>
            <a:r>
              <a:rPr lang="en-US" altLang="ko-KR" sz="1600" dirty="0" smtClean="0"/>
              <a:t>( Hyper Text )</a:t>
            </a:r>
            <a:r>
              <a:rPr lang="ko-KR" altLang="en-US" sz="1600" dirty="0" smtClean="0"/>
              <a:t>를 인터넷을 통해 전송하고</a:t>
            </a:r>
            <a:r>
              <a:rPr lang="en-US" altLang="ko-KR" sz="1600" dirty="0" smtClean="0"/>
              <a:t>,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검색할 수 있는 서비스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-internet : -Hyper Text</a:t>
            </a:r>
            <a:r>
              <a:rPr lang="ko-KR" altLang="en-US" sz="1600" dirty="0" smtClean="0"/>
              <a:t>를 사용하여 인터넷상의 정보를 검색할 수 있는 프로그램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   - </a:t>
            </a:r>
            <a:r>
              <a:rPr lang="ko-KR" altLang="en-US" sz="1600" dirty="0" smtClean="0"/>
              <a:t>컴퓨터를 프로토콜을 사용하여 </a:t>
            </a:r>
            <a:r>
              <a:rPr lang="en-US" altLang="ko-KR" sz="1600" dirty="0" smtClean="0"/>
              <a:t>( TCP/IP )</a:t>
            </a:r>
            <a:r>
              <a:rPr lang="ko-KR" altLang="en-US" sz="1600" dirty="0" smtClean="0"/>
              <a:t>연결하고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정보를 주고 받을 수 있는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      </a:t>
            </a:r>
            <a:r>
              <a:rPr lang="ko-KR" altLang="en-US" sz="1600" dirty="0" smtClean="0"/>
              <a:t>네트워크</a:t>
            </a:r>
            <a:r>
              <a:rPr lang="en-US" altLang="ko-KR" sz="1600" dirty="0" smtClean="0"/>
              <a:t>. (1973</a:t>
            </a:r>
            <a:r>
              <a:rPr lang="ko-KR" altLang="en-US" sz="1600" dirty="0" smtClean="0"/>
              <a:t>년 </a:t>
            </a:r>
            <a:r>
              <a:rPr lang="ko-KR" altLang="en-US" sz="1600" dirty="0" err="1" smtClean="0"/>
              <a:t>빈트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서프와</a:t>
            </a:r>
            <a:r>
              <a:rPr lang="ko-KR" altLang="en-US" sz="1600" dirty="0" smtClean="0"/>
              <a:t> 밥 간이  분할되어있는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네트워크를 하나의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                     </a:t>
            </a:r>
            <a:r>
              <a:rPr lang="ko-KR" altLang="en-US" sz="1600" dirty="0" smtClean="0"/>
              <a:t>통신망으로 </a:t>
            </a:r>
            <a:r>
              <a:rPr lang="ko-KR" altLang="en-US" sz="1600" dirty="0" err="1" smtClean="0"/>
              <a:t>연결할려는</a:t>
            </a:r>
            <a:r>
              <a:rPr lang="ko-KR" altLang="en-US" sz="1600" dirty="0" smtClean="0"/>
              <a:t> 의도를 가지고 명명한 네트워크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  -URL, HTTP, HTML</a:t>
            </a:r>
            <a:r>
              <a:rPr lang="ko-KR" altLang="en-US" sz="1600" dirty="0" smtClean="0"/>
              <a:t>은 영국 </a:t>
            </a:r>
            <a:r>
              <a:rPr lang="en-US" altLang="ko-KR" sz="1600" dirty="0" smtClean="0"/>
              <a:t>Tim, </a:t>
            </a:r>
            <a:r>
              <a:rPr lang="en-US" altLang="ko-KR" sz="1600" dirty="0" err="1" smtClean="0"/>
              <a:t>berners</a:t>
            </a:r>
            <a:r>
              <a:rPr lang="en-US" altLang="ko-KR" sz="1600" dirty="0" smtClean="0"/>
              <a:t> Lee</a:t>
            </a:r>
            <a:r>
              <a:rPr lang="ko-KR" altLang="en-US" sz="1600" dirty="0" smtClean="0"/>
              <a:t>가 최초 설계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*Web</a:t>
            </a:r>
            <a:r>
              <a:rPr lang="ko-KR" altLang="en-US" sz="1600" dirty="0" smtClean="0"/>
              <a:t>에서 사용하는 기본용어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-Hyper Text : </a:t>
            </a:r>
            <a:r>
              <a:rPr lang="ko-KR" altLang="en-US" sz="1600" dirty="0" err="1" smtClean="0"/>
              <a:t>문서안에서</a:t>
            </a:r>
            <a:r>
              <a:rPr lang="ko-KR" altLang="en-US" sz="1600" dirty="0" smtClean="0"/>
              <a:t> 다른 문서와 연결되는 연결점을 가진 문서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-Hyper Link : </a:t>
            </a:r>
            <a:r>
              <a:rPr lang="ko-KR" altLang="en-US" sz="1600" dirty="0" smtClean="0"/>
              <a:t>문서간의 이동이나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하나의 문서 내에서 이동을 </a:t>
            </a:r>
            <a:r>
              <a:rPr lang="ko-KR" altLang="en-US" sz="1600" dirty="0" err="1" smtClean="0"/>
              <a:t>하기위한</a:t>
            </a:r>
            <a:r>
              <a:rPr lang="ko-KR" altLang="en-US" sz="1600" dirty="0" smtClean="0"/>
              <a:t> 링크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-Hyper Media : </a:t>
            </a:r>
            <a:r>
              <a:rPr lang="ko-KR" altLang="en-US" sz="1600" dirty="0" smtClean="0"/>
              <a:t>영상이나 음성의 미디어를 서로 연결하는 것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-HTML (Hyper Text Markup Language ) : Hyper Text</a:t>
            </a:r>
            <a:r>
              <a:rPr lang="ko-KR" altLang="en-US" sz="1600" dirty="0" smtClean="0"/>
              <a:t>를 작성할 수 있는 언어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-HTTP : </a:t>
            </a:r>
            <a:r>
              <a:rPr lang="ko-KR" altLang="en-US" sz="1600" dirty="0" smtClean="0"/>
              <a:t>웹 서버와 웹 클라이언트간의 통신을 </a:t>
            </a:r>
            <a:r>
              <a:rPr lang="ko-KR" altLang="en-US" sz="1600" dirty="0" err="1" smtClean="0"/>
              <a:t>하기위한</a:t>
            </a:r>
            <a:r>
              <a:rPr lang="ko-KR" altLang="en-US" sz="1600" dirty="0" smtClean="0"/>
              <a:t> 통신 규약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-URL : </a:t>
            </a:r>
            <a:r>
              <a:rPr lang="ko-KR" altLang="en-US" sz="1600" dirty="0" smtClean="0"/>
              <a:t>인터넷에서 존재하는 다양한 자원들을 </a:t>
            </a:r>
            <a:r>
              <a:rPr lang="ko-KR" altLang="en-US" sz="1600" dirty="0" err="1" smtClean="0"/>
              <a:t>연결하기위한</a:t>
            </a:r>
            <a:r>
              <a:rPr lang="ko-KR" altLang="en-US" sz="1600" dirty="0" smtClean="0"/>
              <a:t> 주소체계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</a:t>
            </a:r>
            <a:r>
              <a:rPr lang="ko-KR" altLang="en-US" sz="1600" dirty="0" smtClean="0"/>
              <a:t>프로토콜</a:t>
            </a:r>
            <a:r>
              <a:rPr lang="en-US" altLang="ko-KR" sz="1600" dirty="0" smtClean="0"/>
              <a:t>://</a:t>
            </a:r>
            <a:r>
              <a:rPr lang="ko-KR" altLang="en-US" sz="1600" dirty="0" err="1" smtClean="0"/>
              <a:t>호스트명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포트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경로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파일명 의 형식으로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http://daum.net:80/aaa/index.html    </a:t>
            </a:r>
            <a:endParaRPr lang="en-US" altLang="ko-KR" sz="1600" dirty="0"/>
          </a:p>
          <a:p>
            <a:r>
              <a:rPr lang="en-US" altLang="ko-KR" sz="1600" dirty="0" smtClean="0"/>
              <a:t>      </a:t>
            </a:r>
            <a:endParaRPr lang="ko-KR" alt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285992"/>
            <a:ext cx="977325" cy="866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5400000">
            <a:off x="3821901" y="2035959"/>
            <a:ext cx="42862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22" y="3857628"/>
            <a:ext cx="661488" cy="681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직선 화살표 연결선 7"/>
          <p:cNvCxnSpPr/>
          <p:nvPr/>
        </p:nvCxnSpPr>
        <p:spPr>
          <a:xfrm rot="5400000">
            <a:off x="2821769" y="3679033"/>
            <a:ext cx="28575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02148"/>
            <a:ext cx="6781215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*HTML(Hyper Text Markup Language )</a:t>
            </a:r>
          </a:p>
          <a:p>
            <a:r>
              <a:rPr lang="en-US" altLang="ko-KR" sz="1600" dirty="0" smtClean="0"/>
              <a:t> - tag</a:t>
            </a:r>
            <a:r>
              <a:rPr lang="ko-KR" altLang="en-US" sz="1600" dirty="0" smtClean="0"/>
              <a:t>언어</a:t>
            </a:r>
            <a:r>
              <a:rPr lang="en-US" altLang="ko-KR" sz="1600" dirty="0" smtClean="0"/>
              <a:t>.( &lt;</a:t>
            </a:r>
            <a:r>
              <a:rPr lang="ko-KR" altLang="en-US" sz="1600" dirty="0" smtClean="0"/>
              <a:t>시작태그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ko-KR" altLang="en-US" sz="1600" dirty="0" err="1" smtClean="0"/>
              <a:t>끝태그</a:t>
            </a:r>
            <a:r>
              <a:rPr lang="en-US" altLang="ko-KR" sz="1600" dirty="0" smtClean="0"/>
              <a:t>&gt; 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언어적인 요소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연산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제어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가 배제된 그리기</a:t>
            </a:r>
            <a:r>
              <a:rPr lang="en-US" altLang="ko-KR" sz="1600" dirty="0" smtClean="0"/>
              <a:t>(Rendering)</a:t>
            </a:r>
            <a:r>
              <a:rPr lang="ko-KR" altLang="en-US" sz="1600" dirty="0" err="1" smtClean="0"/>
              <a:t>하기위한</a:t>
            </a:r>
            <a:r>
              <a:rPr lang="ko-KR" altLang="en-US" sz="1600" dirty="0" smtClean="0"/>
              <a:t> 언어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SGML</a:t>
            </a:r>
            <a:r>
              <a:rPr lang="ko-KR" altLang="en-US" sz="1600" dirty="0" smtClean="0"/>
              <a:t>에서 파생된 언어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1500166" y="777856"/>
            <a:ext cx="235745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01134" y="714356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element</a:t>
            </a:r>
            <a:endParaRPr lang="ko-KR" altLang="en-US" sz="1100" dirty="0"/>
          </a:p>
        </p:txBody>
      </p:sp>
      <p:cxnSp>
        <p:nvCxnSpPr>
          <p:cNvPr id="9" name="직선 화살표 연결선 8"/>
          <p:cNvCxnSpPr/>
          <p:nvPr/>
        </p:nvCxnSpPr>
        <p:spPr>
          <a:xfrm rot="10800000" flipV="1">
            <a:off x="4786314" y="857232"/>
            <a:ext cx="28575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2066" y="642918"/>
            <a:ext cx="3585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Compile</a:t>
            </a:r>
            <a:r>
              <a:rPr lang="ko-KR" altLang="en-US" sz="1200" dirty="0" smtClean="0"/>
              <a:t>하지 않는다</a:t>
            </a:r>
            <a:r>
              <a:rPr lang="en-US" altLang="ko-KR" sz="1200" dirty="0" smtClean="0"/>
              <a:t>. ( error</a:t>
            </a:r>
            <a:r>
              <a:rPr lang="ko-KR" altLang="en-US" sz="1200" dirty="0" smtClean="0"/>
              <a:t>도 발생하지 않는다</a:t>
            </a:r>
            <a:r>
              <a:rPr lang="en-US" altLang="ko-KR" sz="1200" dirty="0" smtClean="0"/>
              <a:t>. )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2500298" y="1643050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SGML</a:t>
            </a:r>
            <a:endParaRPr lang="ko-KR" altLang="en-US" sz="1200" dirty="0"/>
          </a:p>
        </p:txBody>
      </p:sp>
      <p:cxnSp>
        <p:nvCxnSpPr>
          <p:cNvPr id="14" name="직선 연결선 13"/>
          <p:cNvCxnSpPr>
            <a:stCxn id="12" idx="2"/>
          </p:cNvCxnSpPr>
          <p:nvPr/>
        </p:nvCxnSpPr>
        <p:spPr>
          <a:xfrm rot="5400000">
            <a:off x="2322008" y="1669712"/>
            <a:ext cx="223067" cy="723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stCxn id="12" idx="2"/>
          </p:cNvCxnSpPr>
          <p:nvPr/>
        </p:nvCxnSpPr>
        <p:spPr>
          <a:xfrm rot="16200000" flipH="1">
            <a:off x="3000668" y="1714791"/>
            <a:ext cx="223067" cy="633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43042" y="2143116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HTML</a:t>
            </a:r>
            <a:endParaRPr lang="ko-KR" alt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3214678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X</a:t>
            </a:r>
            <a:r>
              <a:rPr lang="en-US" altLang="ko-KR" sz="1200" dirty="0" smtClean="0"/>
              <a:t>ML</a:t>
            </a:r>
            <a:endParaRPr lang="ko-KR" altLang="en-US" sz="1200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357290" y="1857364"/>
            <a:ext cx="428628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0" y="1643050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사용자에게 보여주기 위한 언어</a:t>
            </a:r>
            <a:endParaRPr lang="ko-KR" altLang="en-US" sz="1200" dirty="0"/>
          </a:p>
        </p:txBody>
      </p:sp>
      <p:cxnSp>
        <p:nvCxnSpPr>
          <p:cNvPr id="25" name="직선 화살표 연결선 24"/>
          <p:cNvCxnSpPr/>
          <p:nvPr/>
        </p:nvCxnSpPr>
        <p:spPr>
          <a:xfrm rot="5400000">
            <a:off x="3536149" y="1821645"/>
            <a:ext cx="428628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28992" y="1571612"/>
            <a:ext cx="18870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데이터를 표현 위한 언어</a:t>
            </a:r>
            <a:endParaRPr lang="ko-KR" altLang="en-US" sz="1200" dirty="0"/>
          </a:p>
        </p:txBody>
      </p:sp>
      <p:cxnSp>
        <p:nvCxnSpPr>
          <p:cNvPr id="28" name="직선 연결선 27"/>
          <p:cNvCxnSpPr>
            <a:stCxn id="18" idx="2"/>
          </p:cNvCxnSpPr>
          <p:nvPr/>
        </p:nvCxnSpPr>
        <p:spPr>
          <a:xfrm rot="5400000">
            <a:off x="1572710" y="2276133"/>
            <a:ext cx="223067" cy="511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8" idx="2"/>
          </p:cNvCxnSpPr>
          <p:nvPr/>
        </p:nvCxnSpPr>
        <p:spPr>
          <a:xfrm rot="5400000">
            <a:off x="1822743" y="2526166"/>
            <a:ext cx="223067" cy="10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>
            <a:stCxn id="18" idx="2"/>
          </p:cNvCxnSpPr>
          <p:nvPr/>
        </p:nvCxnSpPr>
        <p:spPr>
          <a:xfrm rot="16200000" flipH="1">
            <a:off x="2215652" y="2144221"/>
            <a:ext cx="223069" cy="774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7224" y="2643182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HTML2.0</a:t>
            </a:r>
            <a:endParaRPr lang="ko-KR" alt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1571604" y="2643182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DHTML</a:t>
            </a:r>
            <a:endParaRPr lang="ko-KR" altLang="en-US" sz="1200" dirty="0"/>
          </a:p>
        </p:txBody>
      </p:sp>
      <p:cxnSp>
        <p:nvCxnSpPr>
          <p:cNvPr id="37" name="직선 연결선 36"/>
          <p:cNvCxnSpPr>
            <a:stCxn id="19" idx="2"/>
          </p:cNvCxnSpPr>
          <p:nvPr/>
        </p:nvCxnSpPr>
        <p:spPr>
          <a:xfrm rot="5400000">
            <a:off x="2976223" y="2158504"/>
            <a:ext cx="223067" cy="746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439201" y="2643182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X</a:t>
            </a:r>
            <a:r>
              <a:rPr lang="en-US" altLang="ko-KR" sz="1200" dirty="0" smtClean="0"/>
              <a:t>HTML</a:t>
            </a:r>
            <a:endParaRPr lang="ko-KR" altLang="en-US" sz="1200" dirty="0"/>
          </a:p>
        </p:txBody>
      </p:sp>
      <p:cxnSp>
        <p:nvCxnSpPr>
          <p:cNvPr id="40" name="직선 연결선 39"/>
          <p:cNvCxnSpPr>
            <a:stCxn id="18" idx="2"/>
            <a:endCxn id="41" idx="0"/>
          </p:cNvCxnSpPr>
          <p:nvPr/>
        </p:nvCxnSpPr>
        <p:spPr>
          <a:xfrm rot="5400000">
            <a:off x="1492275" y="2624326"/>
            <a:ext cx="651695" cy="243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57290" y="3071810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HTML5</a:t>
            </a:r>
            <a:endParaRPr lang="ko-KR" alt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4214810" y="2428868"/>
            <a:ext cx="56300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*HTML</a:t>
            </a:r>
            <a:r>
              <a:rPr lang="ko-KR" altLang="en-US" sz="1200" dirty="0" smtClean="0"/>
              <a:t>역사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-1995 : HTML 2.0</a:t>
            </a:r>
            <a:r>
              <a:rPr lang="ko-KR" altLang="en-US" sz="1200" dirty="0" smtClean="0"/>
              <a:t>발표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-1997 : HTML 3.0</a:t>
            </a:r>
            <a:r>
              <a:rPr lang="ko-KR" altLang="en-US" sz="1200" dirty="0" smtClean="0"/>
              <a:t>발표 </a:t>
            </a:r>
            <a:r>
              <a:rPr lang="en-US" altLang="ko-KR" sz="1200" dirty="0" smtClean="0"/>
              <a:t>( W3C –World Wide Web Consortium</a:t>
            </a:r>
            <a:r>
              <a:rPr lang="ko-KR" altLang="en-US" sz="1200" dirty="0" smtClean="0"/>
              <a:t>발표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-1999 : HTML 4.01</a:t>
            </a:r>
            <a:r>
              <a:rPr lang="ko-KR" altLang="en-US" sz="1200" dirty="0" smtClean="0"/>
              <a:t>발표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-2014 : HTML 5 </a:t>
            </a:r>
            <a:r>
              <a:rPr lang="ko-KR" altLang="en-US" sz="1200" dirty="0" smtClean="0"/>
              <a:t>표준안 발표</a:t>
            </a:r>
            <a:r>
              <a:rPr lang="en-US" altLang="ko-KR" sz="1200" dirty="0" smtClean="0"/>
              <a:t>.( </a:t>
            </a:r>
            <a:r>
              <a:rPr lang="ko-KR" altLang="en-US" sz="1200" dirty="0" smtClean="0"/>
              <a:t>이전 버전의 호환성 중심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디자인과 구조가 분리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cxnSp>
        <p:nvCxnSpPr>
          <p:cNvPr id="45" name="직선 화살표 연결선 44"/>
          <p:cNvCxnSpPr/>
          <p:nvPr/>
        </p:nvCxnSpPr>
        <p:spPr>
          <a:xfrm rot="5400000">
            <a:off x="4929190" y="2214554"/>
            <a:ext cx="8572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278942" y="1571612"/>
            <a:ext cx="39485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*IETF( Internet Engineering Task Force)</a:t>
            </a:r>
          </a:p>
          <a:p>
            <a:r>
              <a:rPr lang="en-US" altLang="ko-KR" sz="1200" dirty="0"/>
              <a:t> </a:t>
            </a:r>
            <a:r>
              <a:rPr lang="ko-KR" altLang="en-US" sz="1200" dirty="0" smtClean="0"/>
              <a:t>국제 인터넷 표준화 기구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-1986 : </a:t>
            </a:r>
            <a:r>
              <a:rPr lang="ko-KR" altLang="en-US" sz="1200" dirty="0" smtClean="0"/>
              <a:t>미국정부에 후원을 받아 설립된 단체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-1990 : </a:t>
            </a:r>
            <a:r>
              <a:rPr lang="ko-KR" altLang="en-US" sz="1200" dirty="0" smtClean="0"/>
              <a:t>미국정부에 후원을 종료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독자적인 연구 수행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TCP/IP, </a:t>
            </a:r>
            <a:r>
              <a:rPr lang="ko-KR" altLang="en-US" sz="1200" dirty="0" err="1" smtClean="0"/>
              <a:t>도메인명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인터넷 </a:t>
            </a:r>
            <a:r>
              <a:rPr lang="ko-KR" altLang="en-US" sz="1200" dirty="0" err="1" smtClean="0"/>
              <a:t>주소체계등</a:t>
            </a:r>
            <a:r>
              <a:rPr lang="ko-KR" altLang="en-US" sz="1200" dirty="0" smtClean="0"/>
              <a:t> 제작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214282" y="3714752"/>
            <a:ext cx="418095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/>
              <a:t>*HTML </a:t>
            </a:r>
            <a:r>
              <a:rPr lang="ko-KR" altLang="en-US" sz="1600" b="1" dirty="0" smtClean="0"/>
              <a:t>구조</a:t>
            </a:r>
            <a:endParaRPr lang="en-US" altLang="ko-KR" sz="1600" b="1" dirty="0" smtClean="0"/>
          </a:p>
          <a:p>
            <a:r>
              <a:rPr lang="en-US" altLang="ko-KR" sz="1600" dirty="0" smtClean="0"/>
              <a:t> &lt;!DOCTYPE html&gt;</a:t>
            </a:r>
          </a:p>
          <a:p>
            <a:r>
              <a:rPr lang="en-US" altLang="ko-KR" sz="1600" dirty="0" smtClean="0"/>
              <a:t>&lt;html&gt;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&lt;head&gt;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&lt;title&gt;</a:t>
            </a:r>
            <a:r>
              <a:rPr lang="ko-KR" altLang="en-US" sz="1600" dirty="0" err="1" smtClean="0"/>
              <a:t>타이틀바에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들어갈내용</a:t>
            </a:r>
            <a:r>
              <a:rPr lang="en-US" altLang="ko-KR" sz="1600" dirty="0" smtClean="0"/>
              <a:t>&lt;/title&gt;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&lt;/head&gt;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&lt;body&gt;</a:t>
            </a:r>
          </a:p>
          <a:p>
            <a:r>
              <a:rPr lang="en-US" altLang="ko-KR" sz="1600" dirty="0" smtClean="0"/>
              <a:t>       </a:t>
            </a:r>
            <a:r>
              <a:rPr lang="ko-KR" altLang="en-US" sz="1600" dirty="0" smtClean="0"/>
              <a:t>내용</a:t>
            </a:r>
            <a:endParaRPr lang="en-US" altLang="ko-KR" sz="1600" dirty="0"/>
          </a:p>
          <a:p>
            <a:r>
              <a:rPr lang="en-US" altLang="ko-KR" sz="1600" dirty="0" smtClean="0"/>
              <a:t>   &lt;/body&gt;</a:t>
            </a:r>
          </a:p>
          <a:p>
            <a:r>
              <a:rPr lang="en-US" altLang="ko-KR" sz="1600" dirty="0" smtClean="0"/>
              <a:t>&lt;/html&gt;</a:t>
            </a:r>
            <a:endParaRPr lang="en-US" altLang="ko-KR" sz="1600" dirty="0"/>
          </a:p>
          <a:p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3857628"/>
            <a:ext cx="3836824" cy="2300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자유형 49"/>
          <p:cNvSpPr/>
          <p:nvPr/>
        </p:nvSpPr>
        <p:spPr>
          <a:xfrm>
            <a:off x="2387600" y="3632200"/>
            <a:ext cx="2324100" cy="1130300"/>
          </a:xfrm>
          <a:custGeom>
            <a:avLst/>
            <a:gdLst>
              <a:gd name="connsiteX0" fmla="*/ 0 w 2324100"/>
              <a:gd name="connsiteY0" fmla="*/ 1130300 h 1130300"/>
              <a:gd name="connsiteX1" fmla="*/ 76200 w 2324100"/>
              <a:gd name="connsiteY1" fmla="*/ 1098550 h 1130300"/>
              <a:gd name="connsiteX2" fmla="*/ 101600 w 2324100"/>
              <a:gd name="connsiteY2" fmla="*/ 1079500 h 1130300"/>
              <a:gd name="connsiteX3" fmla="*/ 139700 w 2324100"/>
              <a:gd name="connsiteY3" fmla="*/ 1054100 h 1130300"/>
              <a:gd name="connsiteX4" fmla="*/ 165100 w 2324100"/>
              <a:gd name="connsiteY4" fmla="*/ 1028700 h 1130300"/>
              <a:gd name="connsiteX5" fmla="*/ 184150 w 2324100"/>
              <a:gd name="connsiteY5" fmla="*/ 1016000 h 1130300"/>
              <a:gd name="connsiteX6" fmla="*/ 260350 w 2324100"/>
              <a:gd name="connsiteY6" fmla="*/ 946150 h 1130300"/>
              <a:gd name="connsiteX7" fmla="*/ 298450 w 2324100"/>
              <a:gd name="connsiteY7" fmla="*/ 920750 h 1130300"/>
              <a:gd name="connsiteX8" fmla="*/ 368300 w 2324100"/>
              <a:gd name="connsiteY8" fmla="*/ 863600 h 1130300"/>
              <a:gd name="connsiteX9" fmla="*/ 482600 w 2324100"/>
              <a:gd name="connsiteY9" fmla="*/ 774700 h 1130300"/>
              <a:gd name="connsiteX10" fmla="*/ 520700 w 2324100"/>
              <a:gd name="connsiteY10" fmla="*/ 742950 h 1130300"/>
              <a:gd name="connsiteX11" fmla="*/ 552450 w 2324100"/>
              <a:gd name="connsiteY11" fmla="*/ 711200 h 1130300"/>
              <a:gd name="connsiteX12" fmla="*/ 596900 w 2324100"/>
              <a:gd name="connsiteY12" fmla="*/ 679450 h 1130300"/>
              <a:gd name="connsiteX13" fmla="*/ 622300 w 2324100"/>
              <a:gd name="connsiteY13" fmla="*/ 654050 h 1130300"/>
              <a:gd name="connsiteX14" fmla="*/ 698500 w 2324100"/>
              <a:gd name="connsiteY14" fmla="*/ 603250 h 1130300"/>
              <a:gd name="connsiteX15" fmla="*/ 806450 w 2324100"/>
              <a:gd name="connsiteY15" fmla="*/ 508000 h 1130300"/>
              <a:gd name="connsiteX16" fmla="*/ 863600 w 2324100"/>
              <a:gd name="connsiteY16" fmla="*/ 469900 h 1130300"/>
              <a:gd name="connsiteX17" fmla="*/ 939800 w 2324100"/>
              <a:gd name="connsiteY17" fmla="*/ 400050 h 1130300"/>
              <a:gd name="connsiteX18" fmla="*/ 984250 w 2324100"/>
              <a:gd name="connsiteY18" fmla="*/ 374650 h 1130300"/>
              <a:gd name="connsiteX19" fmla="*/ 1047750 w 2324100"/>
              <a:gd name="connsiteY19" fmla="*/ 323850 h 1130300"/>
              <a:gd name="connsiteX20" fmla="*/ 1066800 w 2324100"/>
              <a:gd name="connsiteY20" fmla="*/ 317500 h 1130300"/>
              <a:gd name="connsiteX21" fmla="*/ 1123950 w 2324100"/>
              <a:gd name="connsiteY21" fmla="*/ 266700 h 1130300"/>
              <a:gd name="connsiteX22" fmla="*/ 1149350 w 2324100"/>
              <a:gd name="connsiteY22" fmla="*/ 254000 h 1130300"/>
              <a:gd name="connsiteX23" fmla="*/ 1174750 w 2324100"/>
              <a:gd name="connsiteY23" fmla="*/ 234950 h 1130300"/>
              <a:gd name="connsiteX24" fmla="*/ 1206500 w 2324100"/>
              <a:gd name="connsiteY24" fmla="*/ 215900 h 1130300"/>
              <a:gd name="connsiteX25" fmla="*/ 1282700 w 2324100"/>
              <a:gd name="connsiteY25" fmla="*/ 165100 h 1130300"/>
              <a:gd name="connsiteX26" fmla="*/ 1320800 w 2324100"/>
              <a:gd name="connsiteY26" fmla="*/ 146050 h 1130300"/>
              <a:gd name="connsiteX27" fmla="*/ 1390650 w 2324100"/>
              <a:gd name="connsiteY27" fmla="*/ 101600 h 1130300"/>
              <a:gd name="connsiteX28" fmla="*/ 1416050 w 2324100"/>
              <a:gd name="connsiteY28" fmla="*/ 88900 h 1130300"/>
              <a:gd name="connsiteX29" fmla="*/ 1441450 w 2324100"/>
              <a:gd name="connsiteY29" fmla="*/ 69850 h 1130300"/>
              <a:gd name="connsiteX30" fmla="*/ 1485900 w 2324100"/>
              <a:gd name="connsiteY30" fmla="*/ 50800 h 1130300"/>
              <a:gd name="connsiteX31" fmla="*/ 1511300 w 2324100"/>
              <a:gd name="connsiteY31" fmla="*/ 38100 h 1130300"/>
              <a:gd name="connsiteX32" fmla="*/ 1530350 w 2324100"/>
              <a:gd name="connsiteY32" fmla="*/ 25400 h 1130300"/>
              <a:gd name="connsiteX33" fmla="*/ 1562100 w 2324100"/>
              <a:gd name="connsiteY33" fmla="*/ 19050 h 1130300"/>
              <a:gd name="connsiteX34" fmla="*/ 1606550 w 2324100"/>
              <a:gd name="connsiteY34" fmla="*/ 6350 h 1130300"/>
              <a:gd name="connsiteX35" fmla="*/ 1644650 w 2324100"/>
              <a:gd name="connsiteY35" fmla="*/ 0 h 1130300"/>
              <a:gd name="connsiteX36" fmla="*/ 1898650 w 2324100"/>
              <a:gd name="connsiteY36" fmla="*/ 6350 h 1130300"/>
              <a:gd name="connsiteX37" fmla="*/ 1924050 w 2324100"/>
              <a:gd name="connsiteY37" fmla="*/ 12700 h 1130300"/>
              <a:gd name="connsiteX38" fmla="*/ 1987550 w 2324100"/>
              <a:gd name="connsiteY38" fmla="*/ 25400 h 1130300"/>
              <a:gd name="connsiteX39" fmla="*/ 2006600 w 2324100"/>
              <a:gd name="connsiteY39" fmla="*/ 31750 h 1130300"/>
              <a:gd name="connsiteX40" fmla="*/ 2025650 w 2324100"/>
              <a:gd name="connsiteY40" fmla="*/ 44450 h 1130300"/>
              <a:gd name="connsiteX41" fmla="*/ 2044700 w 2324100"/>
              <a:gd name="connsiteY41" fmla="*/ 50800 h 1130300"/>
              <a:gd name="connsiteX42" fmla="*/ 2063750 w 2324100"/>
              <a:gd name="connsiteY42" fmla="*/ 63500 h 1130300"/>
              <a:gd name="connsiteX43" fmla="*/ 2089150 w 2324100"/>
              <a:gd name="connsiteY43" fmla="*/ 76200 h 1130300"/>
              <a:gd name="connsiteX44" fmla="*/ 2108200 w 2324100"/>
              <a:gd name="connsiteY44" fmla="*/ 88900 h 1130300"/>
              <a:gd name="connsiteX45" fmla="*/ 2146300 w 2324100"/>
              <a:gd name="connsiteY45" fmla="*/ 101600 h 1130300"/>
              <a:gd name="connsiteX46" fmla="*/ 2184400 w 2324100"/>
              <a:gd name="connsiteY46" fmla="*/ 120650 h 1130300"/>
              <a:gd name="connsiteX47" fmla="*/ 2216150 w 2324100"/>
              <a:gd name="connsiteY47" fmla="*/ 146050 h 1130300"/>
              <a:gd name="connsiteX48" fmla="*/ 2228850 w 2324100"/>
              <a:gd name="connsiteY48" fmla="*/ 165100 h 1130300"/>
              <a:gd name="connsiteX49" fmla="*/ 2266950 w 2324100"/>
              <a:gd name="connsiteY49" fmla="*/ 196850 h 1130300"/>
              <a:gd name="connsiteX50" fmla="*/ 2292350 w 2324100"/>
              <a:gd name="connsiteY50" fmla="*/ 234950 h 1130300"/>
              <a:gd name="connsiteX51" fmla="*/ 2324100 w 2324100"/>
              <a:gd name="connsiteY51" fmla="*/ 26670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324100" h="1130300">
                <a:moveTo>
                  <a:pt x="0" y="1130300"/>
                </a:moveTo>
                <a:cubicBezTo>
                  <a:pt x="30259" y="1122735"/>
                  <a:pt x="46897" y="1120527"/>
                  <a:pt x="76200" y="1098550"/>
                </a:cubicBezTo>
                <a:cubicBezTo>
                  <a:pt x="84667" y="1092200"/>
                  <a:pt x="92930" y="1085569"/>
                  <a:pt x="101600" y="1079500"/>
                </a:cubicBezTo>
                <a:cubicBezTo>
                  <a:pt x="114104" y="1070747"/>
                  <a:pt x="128907" y="1064893"/>
                  <a:pt x="139700" y="1054100"/>
                </a:cubicBezTo>
                <a:cubicBezTo>
                  <a:pt x="148167" y="1045633"/>
                  <a:pt x="156009" y="1036492"/>
                  <a:pt x="165100" y="1028700"/>
                </a:cubicBezTo>
                <a:cubicBezTo>
                  <a:pt x="170894" y="1023733"/>
                  <a:pt x="178754" y="1021396"/>
                  <a:pt x="184150" y="1016000"/>
                </a:cubicBezTo>
                <a:cubicBezTo>
                  <a:pt x="241635" y="958515"/>
                  <a:pt x="140220" y="1026237"/>
                  <a:pt x="260350" y="946150"/>
                </a:cubicBezTo>
                <a:cubicBezTo>
                  <a:pt x="273050" y="937683"/>
                  <a:pt x="286325" y="930022"/>
                  <a:pt x="298450" y="920750"/>
                </a:cubicBezTo>
                <a:cubicBezTo>
                  <a:pt x="322347" y="902476"/>
                  <a:pt x="343269" y="880287"/>
                  <a:pt x="368300" y="863600"/>
                </a:cubicBezTo>
                <a:cubicBezTo>
                  <a:pt x="433910" y="819860"/>
                  <a:pt x="394674" y="847971"/>
                  <a:pt x="482600" y="774700"/>
                </a:cubicBezTo>
                <a:cubicBezTo>
                  <a:pt x="495300" y="764117"/>
                  <a:pt x="509010" y="754640"/>
                  <a:pt x="520700" y="742950"/>
                </a:cubicBezTo>
                <a:cubicBezTo>
                  <a:pt x="531283" y="732367"/>
                  <a:pt x="540952" y="720782"/>
                  <a:pt x="552450" y="711200"/>
                </a:cubicBezTo>
                <a:cubicBezTo>
                  <a:pt x="566438" y="699543"/>
                  <a:pt x="582808" y="690980"/>
                  <a:pt x="596900" y="679450"/>
                </a:cubicBezTo>
                <a:cubicBezTo>
                  <a:pt x="606167" y="671868"/>
                  <a:pt x="612721" y="661234"/>
                  <a:pt x="622300" y="654050"/>
                </a:cubicBezTo>
                <a:cubicBezTo>
                  <a:pt x="646722" y="635734"/>
                  <a:pt x="676914" y="624836"/>
                  <a:pt x="698500" y="603250"/>
                </a:cubicBezTo>
                <a:cubicBezTo>
                  <a:pt x="733780" y="567970"/>
                  <a:pt x="762601" y="537233"/>
                  <a:pt x="806450" y="508000"/>
                </a:cubicBezTo>
                <a:cubicBezTo>
                  <a:pt x="825500" y="495300"/>
                  <a:pt x="845722" y="484203"/>
                  <a:pt x="863600" y="469900"/>
                </a:cubicBezTo>
                <a:cubicBezTo>
                  <a:pt x="932021" y="415163"/>
                  <a:pt x="870753" y="447852"/>
                  <a:pt x="939800" y="400050"/>
                </a:cubicBezTo>
                <a:cubicBezTo>
                  <a:pt x="953831" y="390336"/>
                  <a:pt x="970219" y="384364"/>
                  <a:pt x="984250" y="374650"/>
                </a:cubicBezTo>
                <a:cubicBezTo>
                  <a:pt x="995285" y="367010"/>
                  <a:pt x="1031656" y="333046"/>
                  <a:pt x="1047750" y="323850"/>
                </a:cubicBezTo>
                <a:cubicBezTo>
                  <a:pt x="1053562" y="320529"/>
                  <a:pt x="1060450" y="319617"/>
                  <a:pt x="1066800" y="317500"/>
                </a:cubicBezTo>
                <a:cubicBezTo>
                  <a:pt x="1092518" y="291782"/>
                  <a:pt x="1097510" y="281808"/>
                  <a:pt x="1123950" y="266700"/>
                </a:cubicBezTo>
                <a:cubicBezTo>
                  <a:pt x="1132169" y="262004"/>
                  <a:pt x="1141323" y="259017"/>
                  <a:pt x="1149350" y="254000"/>
                </a:cubicBezTo>
                <a:cubicBezTo>
                  <a:pt x="1158325" y="248391"/>
                  <a:pt x="1165944" y="240821"/>
                  <a:pt x="1174750" y="234950"/>
                </a:cubicBezTo>
                <a:cubicBezTo>
                  <a:pt x="1185019" y="228104"/>
                  <a:pt x="1196138" y="222605"/>
                  <a:pt x="1206500" y="215900"/>
                </a:cubicBezTo>
                <a:cubicBezTo>
                  <a:pt x="1232130" y="199316"/>
                  <a:pt x="1255396" y="178752"/>
                  <a:pt x="1282700" y="165100"/>
                </a:cubicBezTo>
                <a:cubicBezTo>
                  <a:pt x="1295400" y="158750"/>
                  <a:pt x="1308561" y="153249"/>
                  <a:pt x="1320800" y="146050"/>
                </a:cubicBezTo>
                <a:cubicBezTo>
                  <a:pt x="1344588" y="132057"/>
                  <a:pt x="1365966" y="113942"/>
                  <a:pt x="1390650" y="101600"/>
                </a:cubicBezTo>
                <a:cubicBezTo>
                  <a:pt x="1399117" y="97367"/>
                  <a:pt x="1408023" y="93917"/>
                  <a:pt x="1416050" y="88900"/>
                </a:cubicBezTo>
                <a:cubicBezTo>
                  <a:pt x="1425025" y="83291"/>
                  <a:pt x="1432475" y="75459"/>
                  <a:pt x="1441450" y="69850"/>
                </a:cubicBezTo>
                <a:cubicBezTo>
                  <a:pt x="1472083" y="50704"/>
                  <a:pt x="1458403" y="62585"/>
                  <a:pt x="1485900" y="50800"/>
                </a:cubicBezTo>
                <a:cubicBezTo>
                  <a:pt x="1494601" y="47071"/>
                  <a:pt x="1503081" y="42796"/>
                  <a:pt x="1511300" y="38100"/>
                </a:cubicBezTo>
                <a:cubicBezTo>
                  <a:pt x="1517926" y="34314"/>
                  <a:pt x="1523204" y="28080"/>
                  <a:pt x="1530350" y="25400"/>
                </a:cubicBezTo>
                <a:cubicBezTo>
                  <a:pt x="1540456" y="21610"/>
                  <a:pt x="1551629" y="21668"/>
                  <a:pt x="1562100" y="19050"/>
                </a:cubicBezTo>
                <a:cubicBezTo>
                  <a:pt x="1610517" y="6946"/>
                  <a:pt x="1547161" y="18228"/>
                  <a:pt x="1606550" y="6350"/>
                </a:cubicBezTo>
                <a:cubicBezTo>
                  <a:pt x="1619175" y="3825"/>
                  <a:pt x="1631950" y="2117"/>
                  <a:pt x="1644650" y="0"/>
                </a:cubicBezTo>
                <a:cubicBezTo>
                  <a:pt x="1729317" y="2117"/>
                  <a:pt x="1814044" y="2504"/>
                  <a:pt x="1898650" y="6350"/>
                </a:cubicBezTo>
                <a:cubicBezTo>
                  <a:pt x="1907368" y="6746"/>
                  <a:pt x="1915492" y="10988"/>
                  <a:pt x="1924050" y="12700"/>
                </a:cubicBezTo>
                <a:cubicBezTo>
                  <a:pt x="1965631" y="21016"/>
                  <a:pt x="1953135" y="15567"/>
                  <a:pt x="1987550" y="25400"/>
                </a:cubicBezTo>
                <a:cubicBezTo>
                  <a:pt x="1993986" y="27239"/>
                  <a:pt x="2000613" y="28757"/>
                  <a:pt x="2006600" y="31750"/>
                </a:cubicBezTo>
                <a:cubicBezTo>
                  <a:pt x="2013426" y="35163"/>
                  <a:pt x="2018824" y="41037"/>
                  <a:pt x="2025650" y="44450"/>
                </a:cubicBezTo>
                <a:cubicBezTo>
                  <a:pt x="2031637" y="47443"/>
                  <a:pt x="2038713" y="47807"/>
                  <a:pt x="2044700" y="50800"/>
                </a:cubicBezTo>
                <a:cubicBezTo>
                  <a:pt x="2051526" y="54213"/>
                  <a:pt x="2057124" y="59714"/>
                  <a:pt x="2063750" y="63500"/>
                </a:cubicBezTo>
                <a:cubicBezTo>
                  <a:pt x="2071969" y="68196"/>
                  <a:pt x="2080931" y="71504"/>
                  <a:pt x="2089150" y="76200"/>
                </a:cubicBezTo>
                <a:cubicBezTo>
                  <a:pt x="2095776" y="79986"/>
                  <a:pt x="2101226" y="85800"/>
                  <a:pt x="2108200" y="88900"/>
                </a:cubicBezTo>
                <a:cubicBezTo>
                  <a:pt x="2120433" y="94337"/>
                  <a:pt x="2135161" y="94174"/>
                  <a:pt x="2146300" y="101600"/>
                </a:cubicBezTo>
                <a:cubicBezTo>
                  <a:pt x="2170919" y="118013"/>
                  <a:pt x="2158110" y="111887"/>
                  <a:pt x="2184400" y="120650"/>
                </a:cubicBezTo>
                <a:cubicBezTo>
                  <a:pt x="2220796" y="175245"/>
                  <a:pt x="2172333" y="110997"/>
                  <a:pt x="2216150" y="146050"/>
                </a:cubicBezTo>
                <a:cubicBezTo>
                  <a:pt x="2222109" y="150818"/>
                  <a:pt x="2223964" y="159237"/>
                  <a:pt x="2228850" y="165100"/>
                </a:cubicBezTo>
                <a:cubicBezTo>
                  <a:pt x="2244129" y="183435"/>
                  <a:pt x="2248219" y="184363"/>
                  <a:pt x="2266950" y="196850"/>
                </a:cubicBezTo>
                <a:cubicBezTo>
                  <a:pt x="2275417" y="209550"/>
                  <a:pt x="2281557" y="224157"/>
                  <a:pt x="2292350" y="234950"/>
                </a:cubicBezTo>
                <a:lnTo>
                  <a:pt x="2324100" y="26670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 50"/>
          <p:cNvSpPr/>
          <p:nvPr/>
        </p:nvSpPr>
        <p:spPr>
          <a:xfrm>
            <a:off x="1270000" y="5003800"/>
            <a:ext cx="3404074" cy="682729"/>
          </a:xfrm>
          <a:custGeom>
            <a:avLst/>
            <a:gdLst>
              <a:gd name="connsiteX0" fmla="*/ 0 w 3404074"/>
              <a:gd name="connsiteY0" fmla="*/ 590550 h 682729"/>
              <a:gd name="connsiteX1" fmla="*/ 82550 w 3404074"/>
              <a:gd name="connsiteY1" fmla="*/ 603250 h 682729"/>
              <a:gd name="connsiteX2" fmla="*/ 101600 w 3404074"/>
              <a:gd name="connsiteY2" fmla="*/ 609600 h 682729"/>
              <a:gd name="connsiteX3" fmla="*/ 139700 w 3404074"/>
              <a:gd name="connsiteY3" fmla="*/ 615950 h 682729"/>
              <a:gd name="connsiteX4" fmla="*/ 171450 w 3404074"/>
              <a:gd name="connsiteY4" fmla="*/ 622300 h 682729"/>
              <a:gd name="connsiteX5" fmla="*/ 247650 w 3404074"/>
              <a:gd name="connsiteY5" fmla="*/ 628650 h 682729"/>
              <a:gd name="connsiteX6" fmla="*/ 1016000 w 3404074"/>
              <a:gd name="connsiteY6" fmla="*/ 628650 h 682729"/>
              <a:gd name="connsiteX7" fmla="*/ 1104900 w 3404074"/>
              <a:gd name="connsiteY7" fmla="*/ 615950 h 682729"/>
              <a:gd name="connsiteX8" fmla="*/ 1149350 w 3404074"/>
              <a:gd name="connsiteY8" fmla="*/ 609600 h 682729"/>
              <a:gd name="connsiteX9" fmla="*/ 1212850 w 3404074"/>
              <a:gd name="connsiteY9" fmla="*/ 596900 h 682729"/>
              <a:gd name="connsiteX10" fmla="*/ 1244600 w 3404074"/>
              <a:gd name="connsiteY10" fmla="*/ 590550 h 682729"/>
              <a:gd name="connsiteX11" fmla="*/ 1301750 w 3404074"/>
              <a:gd name="connsiteY11" fmla="*/ 584200 h 682729"/>
              <a:gd name="connsiteX12" fmla="*/ 1333500 w 3404074"/>
              <a:gd name="connsiteY12" fmla="*/ 577850 h 682729"/>
              <a:gd name="connsiteX13" fmla="*/ 1454150 w 3404074"/>
              <a:gd name="connsiteY13" fmla="*/ 558800 h 682729"/>
              <a:gd name="connsiteX14" fmla="*/ 1479550 w 3404074"/>
              <a:gd name="connsiteY14" fmla="*/ 552450 h 682729"/>
              <a:gd name="connsiteX15" fmla="*/ 1517650 w 3404074"/>
              <a:gd name="connsiteY15" fmla="*/ 546100 h 682729"/>
              <a:gd name="connsiteX16" fmla="*/ 1555750 w 3404074"/>
              <a:gd name="connsiteY16" fmla="*/ 533400 h 682729"/>
              <a:gd name="connsiteX17" fmla="*/ 1600200 w 3404074"/>
              <a:gd name="connsiteY17" fmla="*/ 527050 h 682729"/>
              <a:gd name="connsiteX18" fmla="*/ 1676400 w 3404074"/>
              <a:gd name="connsiteY18" fmla="*/ 508000 h 682729"/>
              <a:gd name="connsiteX19" fmla="*/ 1714500 w 3404074"/>
              <a:gd name="connsiteY19" fmla="*/ 495300 h 682729"/>
              <a:gd name="connsiteX20" fmla="*/ 1752600 w 3404074"/>
              <a:gd name="connsiteY20" fmla="*/ 488950 h 682729"/>
              <a:gd name="connsiteX21" fmla="*/ 1784350 w 3404074"/>
              <a:gd name="connsiteY21" fmla="*/ 482600 h 682729"/>
              <a:gd name="connsiteX22" fmla="*/ 1835150 w 3404074"/>
              <a:gd name="connsiteY22" fmla="*/ 469900 h 682729"/>
              <a:gd name="connsiteX23" fmla="*/ 1892300 w 3404074"/>
              <a:gd name="connsiteY23" fmla="*/ 457200 h 682729"/>
              <a:gd name="connsiteX24" fmla="*/ 1936750 w 3404074"/>
              <a:gd name="connsiteY24" fmla="*/ 444500 h 682729"/>
              <a:gd name="connsiteX25" fmla="*/ 1981200 w 3404074"/>
              <a:gd name="connsiteY25" fmla="*/ 438150 h 682729"/>
              <a:gd name="connsiteX26" fmla="*/ 2019300 w 3404074"/>
              <a:gd name="connsiteY26" fmla="*/ 425450 h 682729"/>
              <a:gd name="connsiteX27" fmla="*/ 2044700 w 3404074"/>
              <a:gd name="connsiteY27" fmla="*/ 419100 h 682729"/>
              <a:gd name="connsiteX28" fmla="*/ 2101850 w 3404074"/>
              <a:gd name="connsiteY28" fmla="*/ 393700 h 682729"/>
              <a:gd name="connsiteX29" fmla="*/ 2120900 w 3404074"/>
              <a:gd name="connsiteY29" fmla="*/ 387350 h 682729"/>
              <a:gd name="connsiteX30" fmla="*/ 2171700 w 3404074"/>
              <a:gd name="connsiteY30" fmla="*/ 368300 h 682729"/>
              <a:gd name="connsiteX31" fmla="*/ 2197100 w 3404074"/>
              <a:gd name="connsiteY31" fmla="*/ 349250 h 682729"/>
              <a:gd name="connsiteX32" fmla="*/ 2228850 w 3404074"/>
              <a:gd name="connsiteY32" fmla="*/ 336550 h 682729"/>
              <a:gd name="connsiteX33" fmla="*/ 2273300 w 3404074"/>
              <a:gd name="connsiteY33" fmla="*/ 323850 h 682729"/>
              <a:gd name="connsiteX34" fmla="*/ 2324100 w 3404074"/>
              <a:gd name="connsiteY34" fmla="*/ 298450 h 682729"/>
              <a:gd name="connsiteX35" fmla="*/ 2374900 w 3404074"/>
              <a:gd name="connsiteY35" fmla="*/ 273050 h 682729"/>
              <a:gd name="connsiteX36" fmla="*/ 2413000 w 3404074"/>
              <a:gd name="connsiteY36" fmla="*/ 260350 h 682729"/>
              <a:gd name="connsiteX37" fmla="*/ 2432050 w 3404074"/>
              <a:gd name="connsiteY37" fmla="*/ 254000 h 682729"/>
              <a:gd name="connsiteX38" fmla="*/ 2457450 w 3404074"/>
              <a:gd name="connsiteY38" fmla="*/ 241300 h 682729"/>
              <a:gd name="connsiteX39" fmla="*/ 2482850 w 3404074"/>
              <a:gd name="connsiteY39" fmla="*/ 222250 h 682729"/>
              <a:gd name="connsiteX40" fmla="*/ 2520950 w 3404074"/>
              <a:gd name="connsiteY40" fmla="*/ 209550 h 682729"/>
              <a:gd name="connsiteX41" fmla="*/ 2540000 w 3404074"/>
              <a:gd name="connsiteY41" fmla="*/ 203200 h 682729"/>
              <a:gd name="connsiteX42" fmla="*/ 2597150 w 3404074"/>
              <a:gd name="connsiteY42" fmla="*/ 177800 h 682729"/>
              <a:gd name="connsiteX43" fmla="*/ 2628900 w 3404074"/>
              <a:gd name="connsiteY43" fmla="*/ 165100 h 682729"/>
              <a:gd name="connsiteX44" fmla="*/ 2654300 w 3404074"/>
              <a:gd name="connsiteY44" fmla="*/ 158750 h 682729"/>
              <a:gd name="connsiteX45" fmla="*/ 2692400 w 3404074"/>
              <a:gd name="connsiteY45" fmla="*/ 146050 h 682729"/>
              <a:gd name="connsiteX46" fmla="*/ 2736850 w 3404074"/>
              <a:gd name="connsiteY46" fmla="*/ 133350 h 682729"/>
              <a:gd name="connsiteX47" fmla="*/ 2762250 w 3404074"/>
              <a:gd name="connsiteY47" fmla="*/ 127000 h 682729"/>
              <a:gd name="connsiteX48" fmla="*/ 2787650 w 3404074"/>
              <a:gd name="connsiteY48" fmla="*/ 114300 h 682729"/>
              <a:gd name="connsiteX49" fmla="*/ 2819400 w 3404074"/>
              <a:gd name="connsiteY49" fmla="*/ 107950 h 682729"/>
              <a:gd name="connsiteX50" fmla="*/ 2882900 w 3404074"/>
              <a:gd name="connsiteY50" fmla="*/ 88900 h 682729"/>
              <a:gd name="connsiteX51" fmla="*/ 3041650 w 3404074"/>
              <a:gd name="connsiteY51" fmla="*/ 82550 h 682729"/>
              <a:gd name="connsiteX52" fmla="*/ 3073400 w 3404074"/>
              <a:gd name="connsiteY52" fmla="*/ 76200 h 682729"/>
              <a:gd name="connsiteX53" fmla="*/ 3130550 w 3404074"/>
              <a:gd name="connsiteY53" fmla="*/ 69850 h 682729"/>
              <a:gd name="connsiteX54" fmla="*/ 3155950 w 3404074"/>
              <a:gd name="connsiteY54" fmla="*/ 57150 h 682729"/>
              <a:gd name="connsiteX55" fmla="*/ 3194050 w 3404074"/>
              <a:gd name="connsiteY55" fmla="*/ 44450 h 682729"/>
              <a:gd name="connsiteX56" fmla="*/ 3238500 w 3404074"/>
              <a:gd name="connsiteY56" fmla="*/ 31750 h 682729"/>
              <a:gd name="connsiteX57" fmla="*/ 3257550 w 3404074"/>
              <a:gd name="connsiteY57" fmla="*/ 25400 h 682729"/>
              <a:gd name="connsiteX58" fmla="*/ 3282950 w 3404074"/>
              <a:gd name="connsiteY58" fmla="*/ 19050 h 682729"/>
              <a:gd name="connsiteX59" fmla="*/ 3321050 w 3404074"/>
              <a:gd name="connsiteY59" fmla="*/ 6350 h 682729"/>
              <a:gd name="connsiteX60" fmla="*/ 3359150 w 3404074"/>
              <a:gd name="connsiteY60" fmla="*/ 0 h 682729"/>
              <a:gd name="connsiteX61" fmla="*/ 3397250 w 3404074"/>
              <a:gd name="connsiteY61" fmla="*/ 12700 h 682729"/>
              <a:gd name="connsiteX62" fmla="*/ 3390900 w 3404074"/>
              <a:gd name="connsiteY62" fmla="*/ 50800 h 682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404074" h="682729">
                <a:moveTo>
                  <a:pt x="0" y="590550"/>
                </a:moveTo>
                <a:cubicBezTo>
                  <a:pt x="30846" y="594406"/>
                  <a:pt x="53460" y="595977"/>
                  <a:pt x="82550" y="603250"/>
                </a:cubicBezTo>
                <a:cubicBezTo>
                  <a:pt x="89044" y="604873"/>
                  <a:pt x="95066" y="608148"/>
                  <a:pt x="101600" y="609600"/>
                </a:cubicBezTo>
                <a:cubicBezTo>
                  <a:pt x="114169" y="612393"/>
                  <a:pt x="127032" y="613647"/>
                  <a:pt x="139700" y="615950"/>
                </a:cubicBezTo>
                <a:cubicBezTo>
                  <a:pt x="150319" y="617881"/>
                  <a:pt x="160731" y="621039"/>
                  <a:pt x="171450" y="622300"/>
                </a:cubicBezTo>
                <a:cubicBezTo>
                  <a:pt x="196763" y="625278"/>
                  <a:pt x="222250" y="626533"/>
                  <a:pt x="247650" y="628650"/>
                </a:cubicBezTo>
                <a:cubicBezTo>
                  <a:pt x="518045" y="682729"/>
                  <a:pt x="317041" y="644780"/>
                  <a:pt x="1016000" y="628650"/>
                </a:cubicBezTo>
                <a:cubicBezTo>
                  <a:pt x="1045926" y="627959"/>
                  <a:pt x="1075267" y="620183"/>
                  <a:pt x="1104900" y="615950"/>
                </a:cubicBezTo>
                <a:cubicBezTo>
                  <a:pt x="1119717" y="613833"/>
                  <a:pt x="1134830" y="613230"/>
                  <a:pt x="1149350" y="609600"/>
                </a:cubicBezTo>
                <a:cubicBezTo>
                  <a:pt x="1194276" y="598368"/>
                  <a:pt x="1155762" y="607280"/>
                  <a:pt x="1212850" y="596900"/>
                </a:cubicBezTo>
                <a:cubicBezTo>
                  <a:pt x="1223469" y="594969"/>
                  <a:pt x="1233916" y="592076"/>
                  <a:pt x="1244600" y="590550"/>
                </a:cubicBezTo>
                <a:cubicBezTo>
                  <a:pt x="1263575" y="587839"/>
                  <a:pt x="1282775" y="586911"/>
                  <a:pt x="1301750" y="584200"/>
                </a:cubicBezTo>
                <a:cubicBezTo>
                  <a:pt x="1312434" y="582674"/>
                  <a:pt x="1322854" y="579624"/>
                  <a:pt x="1333500" y="577850"/>
                </a:cubicBezTo>
                <a:cubicBezTo>
                  <a:pt x="1430503" y="561683"/>
                  <a:pt x="1316628" y="584585"/>
                  <a:pt x="1454150" y="558800"/>
                </a:cubicBezTo>
                <a:cubicBezTo>
                  <a:pt x="1462728" y="557192"/>
                  <a:pt x="1470992" y="554162"/>
                  <a:pt x="1479550" y="552450"/>
                </a:cubicBezTo>
                <a:cubicBezTo>
                  <a:pt x="1492175" y="549925"/>
                  <a:pt x="1505159" y="549223"/>
                  <a:pt x="1517650" y="546100"/>
                </a:cubicBezTo>
                <a:cubicBezTo>
                  <a:pt x="1530637" y="542853"/>
                  <a:pt x="1542706" y="536410"/>
                  <a:pt x="1555750" y="533400"/>
                </a:cubicBezTo>
                <a:cubicBezTo>
                  <a:pt x="1570334" y="530035"/>
                  <a:pt x="1585383" y="529167"/>
                  <a:pt x="1600200" y="527050"/>
                </a:cubicBezTo>
                <a:cubicBezTo>
                  <a:pt x="1667896" y="499971"/>
                  <a:pt x="1591713" y="527543"/>
                  <a:pt x="1676400" y="508000"/>
                </a:cubicBezTo>
                <a:cubicBezTo>
                  <a:pt x="1689444" y="504990"/>
                  <a:pt x="1701513" y="498547"/>
                  <a:pt x="1714500" y="495300"/>
                </a:cubicBezTo>
                <a:cubicBezTo>
                  <a:pt x="1726991" y="492177"/>
                  <a:pt x="1739932" y="491253"/>
                  <a:pt x="1752600" y="488950"/>
                </a:cubicBezTo>
                <a:cubicBezTo>
                  <a:pt x="1763219" y="487019"/>
                  <a:pt x="1773833" y="485027"/>
                  <a:pt x="1784350" y="482600"/>
                </a:cubicBezTo>
                <a:cubicBezTo>
                  <a:pt x="1801357" y="478675"/>
                  <a:pt x="1818160" y="473898"/>
                  <a:pt x="1835150" y="469900"/>
                </a:cubicBezTo>
                <a:cubicBezTo>
                  <a:pt x="1854146" y="465430"/>
                  <a:pt x="1873368" y="461933"/>
                  <a:pt x="1892300" y="457200"/>
                </a:cubicBezTo>
                <a:cubicBezTo>
                  <a:pt x="1928571" y="448132"/>
                  <a:pt x="1893198" y="452418"/>
                  <a:pt x="1936750" y="444500"/>
                </a:cubicBezTo>
                <a:cubicBezTo>
                  <a:pt x="1951476" y="441823"/>
                  <a:pt x="1966383" y="440267"/>
                  <a:pt x="1981200" y="438150"/>
                </a:cubicBezTo>
                <a:cubicBezTo>
                  <a:pt x="1993900" y="433917"/>
                  <a:pt x="2006313" y="428697"/>
                  <a:pt x="2019300" y="425450"/>
                </a:cubicBezTo>
                <a:cubicBezTo>
                  <a:pt x="2027767" y="423333"/>
                  <a:pt x="2036421" y="421860"/>
                  <a:pt x="2044700" y="419100"/>
                </a:cubicBezTo>
                <a:cubicBezTo>
                  <a:pt x="2089008" y="404331"/>
                  <a:pt x="2063124" y="410297"/>
                  <a:pt x="2101850" y="393700"/>
                </a:cubicBezTo>
                <a:cubicBezTo>
                  <a:pt x="2108002" y="391063"/>
                  <a:pt x="2114633" y="389700"/>
                  <a:pt x="2120900" y="387350"/>
                </a:cubicBezTo>
                <a:cubicBezTo>
                  <a:pt x="2181644" y="364571"/>
                  <a:pt x="2128460" y="382713"/>
                  <a:pt x="2171700" y="368300"/>
                </a:cubicBezTo>
                <a:cubicBezTo>
                  <a:pt x="2180167" y="361950"/>
                  <a:pt x="2187849" y="354390"/>
                  <a:pt x="2197100" y="349250"/>
                </a:cubicBezTo>
                <a:cubicBezTo>
                  <a:pt x="2207064" y="343714"/>
                  <a:pt x="2218177" y="340552"/>
                  <a:pt x="2228850" y="336550"/>
                </a:cubicBezTo>
                <a:cubicBezTo>
                  <a:pt x="2247070" y="329718"/>
                  <a:pt x="2253284" y="328854"/>
                  <a:pt x="2273300" y="323850"/>
                </a:cubicBezTo>
                <a:cubicBezTo>
                  <a:pt x="2317435" y="294426"/>
                  <a:pt x="2261963" y="329519"/>
                  <a:pt x="2324100" y="298450"/>
                </a:cubicBezTo>
                <a:cubicBezTo>
                  <a:pt x="2380575" y="270212"/>
                  <a:pt x="2294332" y="302348"/>
                  <a:pt x="2374900" y="273050"/>
                </a:cubicBezTo>
                <a:cubicBezTo>
                  <a:pt x="2387481" y="268475"/>
                  <a:pt x="2400300" y="264583"/>
                  <a:pt x="2413000" y="260350"/>
                </a:cubicBezTo>
                <a:cubicBezTo>
                  <a:pt x="2419350" y="258233"/>
                  <a:pt x="2426063" y="256993"/>
                  <a:pt x="2432050" y="254000"/>
                </a:cubicBezTo>
                <a:cubicBezTo>
                  <a:pt x="2440517" y="249767"/>
                  <a:pt x="2449423" y="246317"/>
                  <a:pt x="2457450" y="241300"/>
                </a:cubicBezTo>
                <a:cubicBezTo>
                  <a:pt x="2466425" y="235691"/>
                  <a:pt x="2473384" y="226983"/>
                  <a:pt x="2482850" y="222250"/>
                </a:cubicBezTo>
                <a:cubicBezTo>
                  <a:pt x="2494824" y="216263"/>
                  <a:pt x="2508250" y="213783"/>
                  <a:pt x="2520950" y="209550"/>
                </a:cubicBezTo>
                <a:cubicBezTo>
                  <a:pt x="2527300" y="207433"/>
                  <a:pt x="2534431" y="206913"/>
                  <a:pt x="2540000" y="203200"/>
                </a:cubicBezTo>
                <a:cubicBezTo>
                  <a:pt x="2576651" y="178766"/>
                  <a:pt x="2540475" y="200470"/>
                  <a:pt x="2597150" y="177800"/>
                </a:cubicBezTo>
                <a:cubicBezTo>
                  <a:pt x="2607733" y="173567"/>
                  <a:pt x="2618086" y="168705"/>
                  <a:pt x="2628900" y="165100"/>
                </a:cubicBezTo>
                <a:cubicBezTo>
                  <a:pt x="2637179" y="162340"/>
                  <a:pt x="2645941" y="161258"/>
                  <a:pt x="2654300" y="158750"/>
                </a:cubicBezTo>
                <a:cubicBezTo>
                  <a:pt x="2667122" y="154903"/>
                  <a:pt x="2679413" y="149297"/>
                  <a:pt x="2692400" y="146050"/>
                </a:cubicBezTo>
                <a:cubicBezTo>
                  <a:pt x="2771805" y="126199"/>
                  <a:pt x="2673081" y="151570"/>
                  <a:pt x="2736850" y="133350"/>
                </a:cubicBezTo>
                <a:cubicBezTo>
                  <a:pt x="2745241" y="130952"/>
                  <a:pt x="2754078" y="130064"/>
                  <a:pt x="2762250" y="127000"/>
                </a:cubicBezTo>
                <a:cubicBezTo>
                  <a:pt x="2771113" y="123676"/>
                  <a:pt x="2778670" y="117293"/>
                  <a:pt x="2787650" y="114300"/>
                </a:cubicBezTo>
                <a:cubicBezTo>
                  <a:pt x="2797889" y="110887"/>
                  <a:pt x="2808987" y="110790"/>
                  <a:pt x="2819400" y="107950"/>
                </a:cubicBezTo>
                <a:cubicBezTo>
                  <a:pt x="2827259" y="105807"/>
                  <a:pt x="2869625" y="89816"/>
                  <a:pt x="2882900" y="88900"/>
                </a:cubicBezTo>
                <a:cubicBezTo>
                  <a:pt x="2935733" y="85256"/>
                  <a:pt x="2988733" y="84667"/>
                  <a:pt x="3041650" y="82550"/>
                </a:cubicBezTo>
                <a:cubicBezTo>
                  <a:pt x="3052233" y="80433"/>
                  <a:pt x="3062716" y="77726"/>
                  <a:pt x="3073400" y="76200"/>
                </a:cubicBezTo>
                <a:cubicBezTo>
                  <a:pt x="3092375" y="73489"/>
                  <a:pt x="3111874" y="74160"/>
                  <a:pt x="3130550" y="69850"/>
                </a:cubicBezTo>
                <a:cubicBezTo>
                  <a:pt x="3139774" y="67721"/>
                  <a:pt x="3147161" y="60666"/>
                  <a:pt x="3155950" y="57150"/>
                </a:cubicBezTo>
                <a:cubicBezTo>
                  <a:pt x="3168379" y="52178"/>
                  <a:pt x="3181178" y="48128"/>
                  <a:pt x="3194050" y="44450"/>
                </a:cubicBezTo>
                <a:lnTo>
                  <a:pt x="3238500" y="31750"/>
                </a:lnTo>
                <a:cubicBezTo>
                  <a:pt x="3244911" y="29827"/>
                  <a:pt x="3251114" y="27239"/>
                  <a:pt x="3257550" y="25400"/>
                </a:cubicBezTo>
                <a:cubicBezTo>
                  <a:pt x="3265941" y="23002"/>
                  <a:pt x="3274591" y="21558"/>
                  <a:pt x="3282950" y="19050"/>
                </a:cubicBezTo>
                <a:cubicBezTo>
                  <a:pt x="3295772" y="15203"/>
                  <a:pt x="3307845" y="8551"/>
                  <a:pt x="3321050" y="6350"/>
                </a:cubicBezTo>
                <a:lnTo>
                  <a:pt x="3359150" y="0"/>
                </a:lnTo>
                <a:cubicBezTo>
                  <a:pt x="3371850" y="4233"/>
                  <a:pt x="3390155" y="1348"/>
                  <a:pt x="3397250" y="12700"/>
                </a:cubicBezTo>
                <a:cubicBezTo>
                  <a:pt x="3404074" y="23618"/>
                  <a:pt x="3390900" y="50800"/>
                  <a:pt x="3390900" y="508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8119082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태그</a:t>
            </a:r>
            <a:endParaRPr lang="en-US" altLang="ko-KR" dirty="0" smtClean="0"/>
          </a:p>
          <a:p>
            <a:r>
              <a:rPr lang="en-US" altLang="ko-KR" sz="1600" dirty="0" smtClean="0"/>
              <a:t> - </a:t>
            </a:r>
            <a:r>
              <a:rPr lang="ko-KR" altLang="en-US" sz="1600" dirty="0" err="1" smtClean="0"/>
              <a:t>줄변경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: &lt;</a:t>
            </a:r>
            <a:r>
              <a:rPr lang="en-US" altLang="ko-KR" sz="1600" dirty="0" err="1" smtClean="0"/>
              <a:t>br</a:t>
            </a:r>
            <a:r>
              <a:rPr lang="en-US" altLang="ko-KR" sz="1600" dirty="0" smtClean="0"/>
              <a:t>&gt;, &lt;p&gt;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markup : &lt;big&gt;, &lt;small&gt;, &lt;sup&gt;, &lt;sub&gt;, &lt;u&gt;, &lt;strong&gt;, &lt;b&gt;, &lt;mark&gt;, &lt;strike&gt;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글꼴 </a:t>
            </a:r>
            <a:r>
              <a:rPr lang="en-US" altLang="ko-KR" sz="1600" dirty="0" smtClean="0"/>
              <a:t>: &lt;font&gt;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이미지 </a:t>
            </a:r>
            <a:r>
              <a:rPr lang="en-US" altLang="ko-KR" sz="1600" dirty="0" smtClean="0"/>
              <a:t>: &lt;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&gt;, &lt;map&gt;, &lt;area&gt;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링크 </a:t>
            </a:r>
            <a:r>
              <a:rPr lang="en-US" altLang="ko-KR" sz="1600" dirty="0" smtClean="0"/>
              <a:t>: &lt;a&gt;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목록 </a:t>
            </a:r>
            <a:r>
              <a:rPr lang="en-US" altLang="ko-KR" sz="1600" dirty="0" smtClean="0"/>
              <a:t>: &lt;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&gt;, &lt;dl&gt;, &lt;</a:t>
            </a:r>
            <a:r>
              <a:rPr lang="en-US" altLang="ko-KR" sz="1600" dirty="0" err="1" smtClean="0"/>
              <a:t>dt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dd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글목록</a:t>
            </a:r>
            <a:r>
              <a:rPr lang="en-US" altLang="ko-KR" sz="1600" dirty="0" smtClean="0"/>
              <a:t>:  &lt;h1&gt; ~ &lt;h6&gt;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frame : &lt;</a:t>
            </a:r>
            <a:r>
              <a:rPr lang="en-US" altLang="ko-KR" sz="1600" dirty="0" err="1" smtClean="0"/>
              <a:t>iframe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테이블 </a:t>
            </a:r>
            <a:r>
              <a:rPr lang="en-US" altLang="ko-KR" sz="1600" dirty="0" smtClean="0"/>
              <a:t>: &lt;table&gt;, &lt;</a:t>
            </a:r>
            <a:r>
              <a:rPr lang="en-US" altLang="ko-KR" sz="1600" dirty="0" err="1" smtClean="0"/>
              <a:t>thead</a:t>
            </a:r>
            <a:r>
              <a:rPr lang="en-US" altLang="ko-KR" sz="1600" dirty="0" smtClean="0"/>
              <a:t>&gt;,&lt;</a:t>
            </a:r>
            <a:r>
              <a:rPr lang="en-US" altLang="ko-KR" sz="1600" dirty="0" err="1" smtClean="0"/>
              <a:t>tbody</a:t>
            </a:r>
            <a:r>
              <a:rPr lang="en-US" altLang="ko-KR" sz="1600" dirty="0" smtClean="0"/>
              <a:t>&gt;,&lt;</a:t>
            </a:r>
            <a:r>
              <a:rPr lang="en-US" altLang="ko-KR" sz="1600" dirty="0" err="1" smtClean="0"/>
              <a:t>tfoot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tr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th</a:t>
            </a:r>
            <a:r>
              <a:rPr lang="en-US" altLang="ko-KR" sz="1600" dirty="0" smtClean="0"/>
              <a:t>&gt;, &lt;td&gt;</a:t>
            </a:r>
          </a:p>
          <a:p>
            <a:r>
              <a:rPr lang="en-US" altLang="ko-KR" sz="1600" dirty="0" smtClean="0"/>
              <a:t> - HTML Form Control : &lt;form&gt;, &lt;</a:t>
            </a:r>
            <a:r>
              <a:rPr lang="en-US" altLang="ko-KR" sz="1600" dirty="0" err="1" smtClean="0"/>
              <a:t>fieldset</a:t>
            </a:r>
            <a:r>
              <a:rPr lang="en-US" altLang="ko-KR" sz="1600" dirty="0" smtClean="0"/>
              <a:t>&gt;, &lt;legend&gt;, &lt;input&gt;,&lt;select&gt;, &lt;option&gt;,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   &lt;</a:t>
            </a:r>
            <a:r>
              <a:rPr lang="en-US" altLang="ko-KR" sz="1600" dirty="0" err="1" smtClean="0"/>
              <a:t>textarea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특수문자 </a:t>
            </a:r>
            <a:r>
              <a:rPr lang="en-US" altLang="ko-KR" sz="1600" dirty="0" smtClean="0"/>
              <a:t>: &amp;</a:t>
            </a:r>
            <a:r>
              <a:rPr lang="en-US" altLang="ko-KR" sz="1600" dirty="0" err="1" smtClean="0"/>
              <a:t>nbsp</a:t>
            </a:r>
            <a:r>
              <a:rPr lang="en-US" altLang="ko-KR" sz="1600" dirty="0" smtClean="0"/>
              <a:t>;, &amp;</a:t>
            </a:r>
            <a:r>
              <a:rPr lang="en-US" altLang="ko-KR" sz="1600" dirty="0" err="1" smtClean="0"/>
              <a:t>lt</a:t>
            </a:r>
            <a:r>
              <a:rPr lang="en-US" altLang="ko-KR" sz="1600" dirty="0" smtClean="0"/>
              <a:t>;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71414"/>
            <a:ext cx="171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*HTML Service</a:t>
            </a:r>
            <a:endParaRPr lang="ko-KR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857232"/>
            <a:ext cx="857256" cy="88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14348" y="571480"/>
            <a:ext cx="9092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Web server</a:t>
            </a:r>
            <a:endParaRPr lang="ko-KR" altLang="en-US" sz="11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7078" y="1500174"/>
            <a:ext cx="2381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922764" y="1714488"/>
            <a:ext cx="5774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a.html</a:t>
            </a:r>
            <a:endParaRPr lang="ko-KR" altLang="en-US" sz="1100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4876" y="857232"/>
            <a:ext cx="1366070" cy="828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786314" y="571480"/>
            <a:ext cx="19543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Web Client ( web browser )</a:t>
            </a:r>
            <a:endParaRPr lang="ko-KR" altLang="en-US" sz="1100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57752" y="1214422"/>
            <a:ext cx="141033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5072066" y="1285860"/>
            <a:ext cx="26581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http://192.168.10.68:80/html_prj/a.html</a:t>
            </a:r>
            <a:endParaRPr lang="ko-KR" altLang="en-US" sz="1100" dirty="0"/>
          </a:p>
        </p:txBody>
      </p:sp>
      <p:sp>
        <p:nvSpPr>
          <p:cNvPr id="13" name="폭발 2 12"/>
          <p:cNvSpPr/>
          <p:nvPr/>
        </p:nvSpPr>
        <p:spPr>
          <a:xfrm>
            <a:off x="7572396" y="1285860"/>
            <a:ext cx="428628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2500298" y="1071546"/>
            <a:ext cx="1857388" cy="642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internet</a:t>
            </a:r>
            <a:endParaRPr lang="ko-KR" altLang="en-US" sz="1200" dirty="0"/>
          </a:p>
        </p:txBody>
      </p:sp>
      <p:sp>
        <p:nvSpPr>
          <p:cNvPr id="15" name="자유형 14"/>
          <p:cNvSpPr/>
          <p:nvPr/>
        </p:nvSpPr>
        <p:spPr>
          <a:xfrm>
            <a:off x="1576579" y="1206500"/>
            <a:ext cx="3668521" cy="292769"/>
          </a:xfrm>
          <a:custGeom>
            <a:avLst/>
            <a:gdLst>
              <a:gd name="connsiteX0" fmla="*/ 3668521 w 3668521"/>
              <a:gd name="connsiteY0" fmla="*/ 228600 h 292769"/>
              <a:gd name="connsiteX1" fmla="*/ 3566921 w 3668521"/>
              <a:gd name="connsiteY1" fmla="*/ 165100 h 292769"/>
              <a:gd name="connsiteX2" fmla="*/ 3522471 w 3668521"/>
              <a:gd name="connsiteY2" fmla="*/ 139700 h 292769"/>
              <a:gd name="connsiteX3" fmla="*/ 3490721 w 3668521"/>
              <a:gd name="connsiteY3" fmla="*/ 114300 h 292769"/>
              <a:gd name="connsiteX4" fmla="*/ 3427221 w 3668521"/>
              <a:gd name="connsiteY4" fmla="*/ 95250 h 292769"/>
              <a:gd name="connsiteX5" fmla="*/ 3370071 w 3668521"/>
              <a:gd name="connsiteY5" fmla="*/ 63500 h 292769"/>
              <a:gd name="connsiteX6" fmla="*/ 3338321 w 3668521"/>
              <a:gd name="connsiteY6" fmla="*/ 50800 h 292769"/>
              <a:gd name="connsiteX7" fmla="*/ 3312921 w 3668521"/>
              <a:gd name="connsiteY7" fmla="*/ 38100 h 292769"/>
              <a:gd name="connsiteX8" fmla="*/ 3281171 w 3668521"/>
              <a:gd name="connsiteY8" fmla="*/ 31750 h 292769"/>
              <a:gd name="connsiteX9" fmla="*/ 3243071 w 3668521"/>
              <a:gd name="connsiteY9" fmla="*/ 19050 h 292769"/>
              <a:gd name="connsiteX10" fmla="*/ 3173221 w 3668521"/>
              <a:gd name="connsiteY10" fmla="*/ 0 h 292769"/>
              <a:gd name="connsiteX11" fmla="*/ 2995421 w 3668521"/>
              <a:gd name="connsiteY11" fmla="*/ 6350 h 292769"/>
              <a:gd name="connsiteX12" fmla="*/ 2950971 w 3668521"/>
              <a:gd name="connsiteY12" fmla="*/ 12700 h 292769"/>
              <a:gd name="connsiteX13" fmla="*/ 2716021 w 3668521"/>
              <a:gd name="connsiteY13" fmla="*/ 19050 h 292769"/>
              <a:gd name="connsiteX14" fmla="*/ 2601721 w 3668521"/>
              <a:gd name="connsiteY14" fmla="*/ 25400 h 292769"/>
              <a:gd name="connsiteX15" fmla="*/ 2563621 w 3668521"/>
              <a:gd name="connsiteY15" fmla="*/ 31750 h 292769"/>
              <a:gd name="connsiteX16" fmla="*/ 2512821 w 3668521"/>
              <a:gd name="connsiteY16" fmla="*/ 38100 h 292769"/>
              <a:gd name="connsiteX17" fmla="*/ 2487421 w 3668521"/>
              <a:gd name="connsiteY17" fmla="*/ 44450 h 292769"/>
              <a:gd name="connsiteX18" fmla="*/ 2404871 w 3668521"/>
              <a:gd name="connsiteY18" fmla="*/ 57150 h 292769"/>
              <a:gd name="connsiteX19" fmla="*/ 2074671 w 3668521"/>
              <a:gd name="connsiteY19" fmla="*/ 63500 h 292769"/>
              <a:gd name="connsiteX20" fmla="*/ 1744471 w 3668521"/>
              <a:gd name="connsiteY20" fmla="*/ 82550 h 292769"/>
              <a:gd name="connsiteX21" fmla="*/ 1160271 w 3668521"/>
              <a:gd name="connsiteY21" fmla="*/ 88900 h 292769"/>
              <a:gd name="connsiteX22" fmla="*/ 1134871 w 3668521"/>
              <a:gd name="connsiteY22" fmla="*/ 95250 h 292769"/>
              <a:gd name="connsiteX23" fmla="*/ 734821 w 3668521"/>
              <a:gd name="connsiteY23" fmla="*/ 107950 h 292769"/>
              <a:gd name="connsiteX24" fmla="*/ 658621 w 3668521"/>
              <a:gd name="connsiteY24" fmla="*/ 120650 h 292769"/>
              <a:gd name="connsiteX25" fmla="*/ 595121 w 3668521"/>
              <a:gd name="connsiteY25" fmla="*/ 133350 h 292769"/>
              <a:gd name="connsiteX26" fmla="*/ 550671 w 3668521"/>
              <a:gd name="connsiteY26" fmla="*/ 146050 h 292769"/>
              <a:gd name="connsiteX27" fmla="*/ 531621 w 3668521"/>
              <a:gd name="connsiteY27" fmla="*/ 152400 h 292769"/>
              <a:gd name="connsiteX28" fmla="*/ 493521 w 3668521"/>
              <a:gd name="connsiteY28" fmla="*/ 158750 h 292769"/>
              <a:gd name="connsiteX29" fmla="*/ 455421 w 3668521"/>
              <a:gd name="connsiteY29" fmla="*/ 171450 h 292769"/>
              <a:gd name="connsiteX30" fmla="*/ 436371 w 3668521"/>
              <a:gd name="connsiteY30" fmla="*/ 177800 h 292769"/>
              <a:gd name="connsiteX31" fmla="*/ 385571 w 3668521"/>
              <a:gd name="connsiteY31" fmla="*/ 190500 h 292769"/>
              <a:gd name="connsiteX32" fmla="*/ 360171 w 3668521"/>
              <a:gd name="connsiteY32" fmla="*/ 196850 h 292769"/>
              <a:gd name="connsiteX33" fmla="*/ 322071 w 3668521"/>
              <a:gd name="connsiteY33" fmla="*/ 209550 h 292769"/>
              <a:gd name="connsiteX34" fmla="*/ 283971 w 3668521"/>
              <a:gd name="connsiteY34" fmla="*/ 222250 h 292769"/>
              <a:gd name="connsiteX35" fmla="*/ 264921 w 3668521"/>
              <a:gd name="connsiteY35" fmla="*/ 228600 h 292769"/>
              <a:gd name="connsiteX36" fmla="*/ 245871 w 3668521"/>
              <a:gd name="connsiteY36" fmla="*/ 234950 h 292769"/>
              <a:gd name="connsiteX37" fmla="*/ 176021 w 3668521"/>
              <a:gd name="connsiteY37" fmla="*/ 247650 h 292769"/>
              <a:gd name="connsiteX38" fmla="*/ 137921 w 3668521"/>
              <a:gd name="connsiteY38" fmla="*/ 260350 h 292769"/>
              <a:gd name="connsiteX39" fmla="*/ 80771 w 3668521"/>
              <a:gd name="connsiteY39" fmla="*/ 273050 h 292769"/>
              <a:gd name="connsiteX40" fmla="*/ 49021 w 3668521"/>
              <a:gd name="connsiteY40" fmla="*/ 279400 h 292769"/>
              <a:gd name="connsiteX41" fmla="*/ 4571 w 3668521"/>
              <a:gd name="connsiteY41" fmla="*/ 292100 h 29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3668521" h="292769">
                <a:moveTo>
                  <a:pt x="3668521" y="228600"/>
                </a:moveTo>
                <a:cubicBezTo>
                  <a:pt x="3620384" y="192497"/>
                  <a:pt x="3650074" y="213241"/>
                  <a:pt x="3566921" y="165100"/>
                </a:cubicBezTo>
                <a:cubicBezTo>
                  <a:pt x="3552152" y="156550"/>
                  <a:pt x="3535797" y="150360"/>
                  <a:pt x="3522471" y="139700"/>
                </a:cubicBezTo>
                <a:cubicBezTo>
                  <a:pt x="3511888" y="131233"/>
                  <a:pt x="3502343" y="121273"/>
                  <a:pt x="3490721" y="114300"/>
                </a:cubicBezTo>
                <a:cubicBezTo>
                  <a:pt x="3469836" y="101769"/>
                  <a:pt x="3450373" y="99880"/>
                  <a:pt x="3427221" y="95250"/>
                </a:cubicBezTo>
                <a:cubicBezTo>
                  <a:pt x="3404322" y="81511"/>
                  <a:pt x="3393496" y="73911"/>
                  <a:pt x="3370071" y="63500"/>
                </a:cubicBezTo>
                <a:cubicBezTo>
                  <a:pt x="3359655" y="58871"/>
                  <a:pt x="3348737" y="55429"/>
                  <a:pt x="3338321" y="50800"/>
                </a:cubicBezTo>
                <a:cubicBezTo>
                  <a:pt x="3329671" y="46955"/>
                  <a:pt x="3321901" y="41093"/>
                  <a:pt x="3312921" y="38100"/>
                </a:cubicBezTo>
                <a:cubicBezTo>
                  <a:pt x="3302682" y="34687"/>
                  <a:pt x="3291584" y="34590"/>
                  <a:pt x="3281171" y="31750"/>
                </a:cubicBezTo>
                <a:cubicBezTo>
                  <a:pt x="3268256" y="28228"/>
                  <a:pt x="3256058" y="22297"/>
                  <a:pt x="3243071" y="19050"/>
                </a:cubicBezTo>
                <a:cubicBezTo>
                  <a:pt x="3185777" y="4727"/>
                  <a:pt x="3208830" y="11870"/>
                  <a:pt x="3173221" y="0"/>
                </a:cubicBezTo>
                <a:cubicBezTo>
                  <a:pt x="3113954" y="2117"/>
                  <a:pt x="3054629" y="2967"/>
                  <a:pt x="2995421" y="6350"/>
                </a:cubicBezTo>
                <a:cubicBezTo>
                  <a:pt x="2980478" y="7204"/>
                  <a:pt x="2965923" y="12020"/>
                  <a:pt x="2950971" y="12700"/>
                </a:cubicBezTo>
                <a:cubicBezTo>
                  <a:pt x="2872707" y="16257"/>
                  <a:pt x="2794338" y="16933"/>
                  <a:pt x="2716021" y="19050"/>
                </a:cubicBezTo>
                <a:cubicBezTo>
                  <a:pt x="2677921" y="21167"/>
                  <a:pt x="2639748" y="22231"/>
                  <a:pt x="2601721" y="25400"/>
                </a:cubicBezTo>
                <a:cubicBezTo>
                  <a:pt x="2588890" y="26469"/>
                  <a:pt x="2576367" y="29929"/>
                  <a:pt x="2563621" y="31750"/>
                </a:cubicBezTo>
                <a:cubicBezTo>
                  <a:pt x="2546727" y="34163"/>
                  <a:pt x="2529654" y="35295"/>
                  <a:pt x="2512821" y="38100"/>
                </a:cubicBezTo>
                <a:cubicBezTo>
                  <a:pt x="2504213" y="39535"/>
                  <a:pt x="2495940" y="42557"/>
                  <a:pt x="2487421" y="44450"/>
                </a:cubicBezTo>
                <a:cubicBezTo>
                  <a:pt x="2463520" y="49761"/>
                  <a:pt x="2427512" y="56395"/>
                  <a:pt x="2404871" y="57150"/>
                </a:cubicBezTo>
                <a:cubicBezTo>
                  <a:pt x="2294845" y="60818"/>
                  <a:pt x="2184738" y="61383"/>
                  <a:pt x="2074671" y="63500"/>
                </a:cubicBezTo>
                <a:cubicBezTo>
                  <a:pt x="1927332" y="92968"/>
                  <a:pt x="2018912" y="78454"/>
                  <a:pt x="1744471" y="82550"/>
                </a:cubicBezTo>
                <a:lnTo>
                  <a:pt x="1160271" y="88900"/>
                </a:lnTo>
                <a:cubicBezTo>
                  <a:pt x="1151804" y="91017"/>
                  <a:pt x="1143457" y="93689"/>
                  <a:pt x="1134871" y="95250"/>
                </a:cubicBezTo>
                <a:cubicBezTo>
                  <a:pt x="1011510" y="117679"/>
                  <a:pt x="800828" y="106771"/>
                  <a:pt x="734821" y="107950"/>
                </a:cubicBezTo>
                <a:cubicBezTo>
                  <a:pt x="709421" y="112183"/>
                  <a:pt x="683050" y="112507"/>
                  <a:pt x="658621" y="120650"/>
                </a:cubicBezTo>
                <a:cubicBezTo>
                  <a:pt x="625372" y="131733"/>
                  <a:pt x="646197" y="126053"/>
                  <a:pt x="595121" y="133350"/>
                </a:cubicBezTo>
                <a:cubicBezTo>
                  <a:pt x="549446" y="148575"/>
                  <a:pt x="606485" y="130103"/>
                  <a:pt x="550671" y="146050"/>
                </a:cubicBezTo>
                <a:cubicBezTo>
                  <a:pt x="544235" y="147889"/>
                  <a:pt x="538155" y="150948"/>
                  <a:pt x="531621" y="152400"/>
                </a:cubicBezTo>
                <a:cubicBezTo>
                  <a:pt x="519052" y="155193"/>
                  <a:pt x="506012" y="155627"/>
                  <a:pt x="493521" y="158750"/>
                </a:cubicBezTo>
                <a:cubicBezTo>
                  <a:pt x="480534" y="161997"/>
                  <a:pt x="468121" y="167217"/>
                  <a:pt x="455421" y="171450"/>
                </a:cubicBezTo>
                <a:cubicBezTo>
                  <a:pt x="449071" y="173567"/>
                  <a:pt x="442935" y="176487"/>
                  <a:pt x="436371" y="177800"/>
                </a:cubicBezTo>
                <a:cubicBezTo>
                  <a:pt x="371820" y="190710"/>
                  <a:pt x="431132" y="177483"/>
                  <a:pt x="385571" y="190500"/>
                </a:cubicBezTo>
                <a:cubicBezTo>
                  <a:pt x="377180" y="192898"/>
                  <a:pt x="368530" y="194342"/>
                  <a:pt x="360171" y="196850"/>
                </a:cubicBezTo>
                <a:cubicBezTo>
                  <a:pt x="347349" y="200697"/>
                  <a:pt x="334771" y="205317"/>
                  <a:pt x="322071" y="209550"/>
                </a:cubicBezTo>
                <a:lnTo>
                  <a:pt x="283971" y="222250"/>
                </a:lnTo>
                <a:lnTo>
                  <a:pt x="264921" y="228600"/>
                </a:lnTo>
                <a:cubicBezTo>
                  <a:pt x="258571" y="230717"/>
                  <a:pt x="252365" y="233327"/>
                  <a:pt x="245871" y="234950"/>
                </a:cubicBezTo>
                <a:cubicBezTo>
                  <a:pt x="205951" y="244930"/>
                  <a:pt x="229111" y="240066"/>
                  <a:pt x="176021" y="247650"/>
                </a:cubicBezTo>
                <a:cubicBezTo>
                  <a:pt x="163321" y="251883"/>
                  <a:pt x="151048" y="257725"/>
                  <a:pt x="137921" y="260350"/>
                </a:cubicBezTo>
                <a:cubicBezTo>
                  <a:pt x="42162" y="279502"/>
                  <a:pt x="161480" y="255115"/>
                  <a:pt x="80771" y="273050"/>
                </a:cubicBezTo>
                <a:cubicBezTo>
                  <a:pt x="70235" y="275391"/>
                  <a:pt x="59434" y="276560"/>
                  <a:pt x="49021" y="279400"/>
                </a:cubicBezTo>
                <a:cubicBezTo>
                  <a:pt x="0" y="292769"/>
                  <a:pt x="25717" y="292100"/>
                  <a:pt x="4571" y="29210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143240" y="1000108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요청</a:t>
            </a:r>
            <a:endParaRPr lang="ko-KR" altLang="en-US" sz="1100" dirty="0"/>
          </a:p>
        </p:txBody>
      </p:sp>
      <p:sp>
        <p:nvSpPr>
          <p:cNvPr id="17" name="자유형 16"/>
          <p:cNvSpPr/>
          <p:nvPr/>
        </p:nvSpPr>
        <p:spPr>
          <a:xfrm>
            <a:off x="1568450" y="1504950"/>
            <a:ext cx="3390900" cy="293058"/>
          </a:xfrm>
          <a:custGeom>
            <a:avLst/>
            <a:gdLst>
              <a:gd name="connsiteX0" fmla="*/ 0 w 3390900"/>
              <a:gd name="connsiteY0" fmla="*/ 279400 h 293058"/>
              <a:gd name="connsiteX1" fmla="*/ 38100 w 3390900"/>
              <a:gd name="connsiteY1" fmla="*/ 254000 h 293058"/>
              <a:gd name="connsiteX2" fmla="*/ 76200 w 3390900"/>
              <a:gd name="connsiteY2" fmla="*/ 222250 h 293058"/>
              <a:gd name="connsiteX3" fmla="*/ 95250 w 3390900"/>
              <a:gd name="connsiteY3" fmla="*/ 215900 h 293058"/>
              <a:gd name="connsiteX4" fmla="*/ 158750 w 3390900"/>
              <a:gd name="connsiteY4" fmla="*/ 184150 h 293058"/>
              <a:gd name="connsiteX5" fmla="*/ 177800 w 3390900"/>
              <a:gd name="connsiteY5" fmla="*/ 171450 h 293058"/>
              <a:gd name="connsiteX6" fmla="*/ 266700 w 3390900"/>
              <a:gd name="connsiteY6" fmla="*/ 146050 h 293058"/>
              <a:gd name="connsiteX7" fmla="*/ 361950 w 3390900"/>
              <a:gd name="connsiteY7" fmla="*/ 139700 h 293058"/>
              <a:gd name="connsiteX8" fmla="*/ 381000 w 3390900"/>
              <a:gd name="connsiteY8" fmla="*/ 133350 h 293058"/>
              <a:gd name="connsiteX9" fmla="*/ 476250 w 3390900"/>
              <a:gd name="connsiteY9" fmla="*/ 120650 h 293058"/>
              <a:gd name="connsiteX10" fmla="*/ 508000 w 3390900"/>
              <a:gd name="connsiteY10" fmla="*/ 114300 h 293058"/>
              <a:gd name="connsiteX11" fmla="*/ 558800 w 3390900"/>
              <a:gd name="connsiteY11" fmla="*/ 107950 h 293058"/>
              <a:gd name="connsiteX12" fmla="*/ 590550 w 3390900"/>
              <a:gd name="connsiteY12" fmla="*/ 101600 h 293058"/>
              <a:gd name="connsiteX13" fmla="*/ 736600 w 3390900"/>
              <a:gd name="connsiteY13" fmla="*/ 95250 h 293058"/>
              <a:gd name="connsiteX14" fmla="*/ 781050 w 3390900"/>
              <a:gd name="connsiteY14" fmla="*/ 88900 h 293058"/>
              <a:gd name="connsiteX15" fmla="*/ 844550 w 3390900"/>
              <a:gd name="connsiteY15" fmla="*/ 82550 h 293058"/>
              <a:gd name="connsiteX16" fmla="*/ 876300 w 3390900"/>
              <a:gd name="connsiteY16" fmla="*/ 76200 h 293058"/>
              <a:gd name="connsiteX17" fmla="*/ 952500 w 3390900"/>
              <a:gd name="connsiteY17" fmla="*/ 69850 h 293058"/>
              <a:gd name="connsiteX18" fmla="*/ 996950 w 3390900"/>
              <a:gd name="connsiteY18" fmla="*/ 63500 h 293058"/>
              <a:gd name="connsiteX19" fmla="*/ 1123950 w 3390900"/>
              <a:gd name="connsiteY19" fmla="*/ 57150 h 293058"/>
              <a:gd name="connsiteX20" fmla="*/ 1231900 w 3390900"/>
              <a:gd name="connsiteY20" fmla="*/ 50800 h 293058"/>
              <a:gd name="connsiteX21" fmla="*/ 1276350 w 3390900"/>
              <a:gd name="connsiteY21" fmla="*/ 44450 h 293058"/>
              <a:gd name="connsiteX22" fmla="*/ 1346200 w 3390900"/>
              <a:gd name="connsiteY22" fmla="*/ 38100 h 293058"/>
              <a:gd name="connsiteX23" fmla="*/ 1371600 w 3390900"/>
              <a:gd name="connsiteY23" fmla="*/ 31750 h 293058"/>
              <a:gd name="connsiteX24" fmla="*/ 1435100 w 3390900"/>
              <a:gd name="connsiteY24" fmla="*/ 25400 h 293058"/>
              <a:gd name="connsiteX25" fmla="*/ 1492250 w 3390900"/>
              <a:gd name="connsiteY25" fmla="*/ 19050 h 293058"/>
              <a:gd name="connsiteX26" fmla="*/ 1524000 w 3390900"/>
              <a:gd name="connsiteY26" fmla="*/ 12700 h 293058"/>
              <a:gd name="connsiteX27" fmla="*/ 1549400 w 3390900"/>
              <a:gd name="connsiteY27" fmla="*/ 6350 h 293058"/>
              <a:gd name="connsiteX28" fmla="*/ 1651000 w 3390900"/>
              <a:gd name="connsiteY28" fmla="*/ 0 h 293058"/>
              <a:gd name="connsiteX29" fmla="*/ 1917700 w 3390900"/>
              <a:gd name="connsiteY29" fmla="*/ 6350 h 293058"/>
              <a:gd name="connsiteX30" fmla="*/ 2000250 w 3390900"/>
              <a:gd name="connsiteY30" fmla="*/ 19050 h 293058"/>
              <a:gd name="connsiteX31" fmla="*/ 2070100 w 3390900"/>
              <a:gd name="connsiteY31" fmla="*/ 25400 h 293058"/>
              <a:gd name="connsiteX32" fmla="*/ 2273300 w 3390900"/>
              <a:gd name="connsiteY32" fmla="*/ 38100 h 293058"/>
              <a:gd name="connsiteX33" fmla="*/ 2343150 w 3390900"/>
              <a:gd name="connsiteY33" fmla="*/ 50800 h 293058"/>
              <a:gd name="connsiteX34" fmla="*/ 2406650 w 3390900"/>
              <a:gd name="connsiteY34" fmla="*/ 57150 h 293058"/>
              <a:gd name="connsiteX35" fmla="*/ 2463800 w 3390900"/>
              <a:gd name="connsiteY35" fmla="*/ 63500 h 293058"/>
              <a:gd name="connsiteX36" fmla="*/ 2508250 w 3390900"/>
              <a:gd name="connsiteY36" fmla="*/ 69850 h 293058"/>
              <a:gd name="connsiteX37" fmla="*/ 2584450 w 3390900"/>
              <a:gd name="connsiteY37" fmla="*/ 95250 h 293058"/>
              <a:gd name="connsiteX38" fmla="*/ 2622550 w 3390900"/>
              <a:gd name="connsiteY38" fmla="*/ 107950 h 293058"/>
              <a:gd name="connsiteX39" fmla="*/ 2647950 w 3390900"/>
              <a:gd name="connsiteY39" fmla="*/ 120650 h 293058"/>
              <a:gd name="connsiteX40" fmla="*/ 2711450 w 3390900"/>
              <a:gd name="connsiteY40" fmla="*/ 139700 h 293058"/>
              <a:gd name="connsiteX41" fmla="*/ 2755900 w 3390900"/>
              <a:gd name="connsiteY41" fmla="*/ 152400 h 293058"/>
              <a:gd name="connsiteX42" fmla="*/ 2774950 w 3390900"/>
              <a:gd name="connsiteY42" fmla="*/ 165100 h 293058"/>
              <a:gd name="connsiteX43" fmla="*/ 2813050 w 3390900"/>
              <a:gd name="connsiteY43" fmla="*/ 177800 h 293058"/>
              <a:gd name="connsiteX44" fmla="*/ 2832100 w 3390900"/>
              <a:gd name="connsiteY44" fmla="*/ 184150 h 293058"/>
              <a:gd name="connsiteX45" fmla="*/ 2857500 w 3390900"/>
              <a:gd name="connsiteY45" fmla="*/ 190500 h 293058"/>
              <a:gd name="connsiteX46" fmla="*/ 2895600 w 3390900"/>
              <a:gd name="connsiteY46" fmla="*/ 203200 h 293058"/>
              <a:gd name="connsiteX47" fmla="*/ 2914650 w 3390900"/>
              <a:gd name="connsiteY47" fmla="*/ 209550 h 293058"/>
              <a:gd name="connsiteX48" fmla="*/ 2940050 w 3390900"/>
              <a:gd name="connsiteY48" fmla="*/ 215900 h 293058"/>
              <a:gd name="connsiteX49" fmla="*/ 2959100 w 3390900"/>
              <a:gd name="connsiteY49" fmla="*/ 222250 h 293058"/>
              <a:gd name="connsiteX50" fmla="*/ 3035300 w 3390900"/>
              <a:gd name="connsiteY50" fmla="*/ 234950 h 293058"/>
              <a:gd name="connsiteX51" fmla="*/ 3086100 w 3390900"/>
              <a:gd name="connsiteY51" fmla="*/ 241300 h 293058"/>
              <a:gd name="connsiteX52" fmla="*/ 3105150 w 3390900"/>
              <a:gd name="connsiteY52" fmla="*/ 247650 h 293058"/>
              <a:gd name="connsiteX53" fmla="*/ 3181350 w 3390900"/>
              <a:gd name="connsiteY53" fmla="*/ 260350 h 293058"/>
              <a:gd name="connsiteX54" fmla="*/ 3244850 w 3390900"/>
              <a:gd name="connsiteY54" fmla="*/ 273050 h 293058"/>
              <a:gd name="connsiteX55" fmla="*/ 3295650 w 3390900"/>
              <a:gd name="connsiteY55" fmla="*/ 279400 h 293058"/>
              <a:gd name="connsiteX56" fmla="*/ 3359150 w 3390900"/>
              <a:gd name="connsiteY56" fmla="*/ 292100 h 293058"/>
              <a:gd name="connsiteX57" fmla="*/ 3390900 w 3390900"/>
              <a:gd name="connsiteY57" fmla="*/ 292100 h 29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390900" h="293058">
                <a:moveTo>
                  <a:pt x="0" y="279400"/>
                </a:moveTo>
                <a:cubicBezTo>
                  <a:pt x="12700" y="270933"/>
                  <a:pt x="27307" y="264793"/>
                  <a:pt x="38100" y="254000"/>
                </a:cubicBezTo>
                <a:cubicBezTo>
                  <a:pt x="52144" y="239956"/>
                  <a:pt x="58519" y="231091"/>
                  <a:pt x="76200" y="222250"/>
                </a:cubicBezTo>
                <a:cubicBezTo>
                  <a:pt x="82187" y="219257"/>
                  <a:pt x="89399" y="219151"/>
                  <a:pt x="95250" y="215900"/>
                </a:cubicBezTo>
                <a:cubicBezTo>
                  <a:pt x="157107" y="181535"/>
                  <a:pt x="109111" y="196560"/>
                  <a:pt x="158750" y="184150"/>
                </a:cubicBezTo>
                <a:cubicBezTo>
                  <a:pt x="165100" y="179917"/>
                  <a:pt x="170826" y="174550"/>
                  <a:pt x="177800" y="171450"/>
                </a:cubicBezTo>
                <a:cubicBezTo>
                  <a:pt x="192641" y="164854"/>
                  <a:pt x="254829" y="146841"/>
                  <a:pt x="266700" y="146050"/>
                </a:cubicBezTo>
                <a:lnTo>
                  <a:pt x="361950" y="139700"/>
                </a:lnTo>
                <a:cubicBezTo>
                  <a:pt x="368300" y="137583"/>
                  <a:pt x="374466" y="134802"/>
                  <a:pt x="381000" y="133350"/>
                </a:cubicBezTo>
                <a:cubicBezTo>
                  <a:pt x="416896" y="125373"/>
                  <a:pt x="437731" y="126153"/>
                  <a:pt x="476250" y="120650"/>
                </a:cubicBezTo>
                <a:cubicBezTo>
                  <a:pt x="486934" y="119124"/>
                  <a:pt x="497333" y="115941"/>
                  <a:pt x="508000" y="114300"/>
                </a:cubicBezTo>
                <a:cubicBezTo>
                  <a:pt x="524867" y="111705"/>
                  <a:pt x="541933" y="110545"/>
                  <a:pt x="558800" y="107950"/>
                </a:cubicBezTo>
                <a:cubicBezTo>
                  <a:pt x="569467" y="106309"/>
                  <a:pt x="579785" y="102369"/>
                  <a:pt x="590550" y="101600"/>
                </a:cubicBezTo>
                <a:cubicBezTo>
                  <a:pt x="639155" y="98128"/>
                  <a:pt x="687917" y="97367"/>
                  <a:pt x="736600" y="95250"/>
                </a:cubicBezTo>
                <a:cubicBezTo>
                  <a:pt x="751417" y="93133"/>
                  <a:pt x="766185" y="90649"/>
                  <a:pt x="781050" y="88900"/>
                </a:cubicBezTo>
                <a:cubicBezTo>
                  <a:pt x="802177" y="86415"/>
                  <a:pt x="823464" y="85361"/>
                  <a:pt x="844550" y="82550"/>
                </a:cubicBezTo>
                <a:cubicBezTo>
                  <a:pt x="855248" y="81124"/>
                  <a:pt x="865581" y="77461"/>
                  <a:pt x="876300" y="76200"/>
                </a:cubicBezTo>
                <a:cubicBezTo>
                  <a:pt x="901613" y="73222"/>
                  <a:pt x="927152" y="72518"/>
                  <a:pt x="952500" y="69850"/>
                </a:cubicBezTo>
                <a:cubicBezTo>
                  <a:pt x="967385" y="68283"/>
                  <a:pt x="982024" y="64606"/>
                  <a:pt x="996950" y="63500"/>
                </a:cubicBezTo>
                <a:cubicBezTo>
                  <a:pt x="1039220" y="60369"/>
                  <a:pt x="1081626" y="59438"/>
                  <a:pt x="1123950" y="57150"/>
                </a:cubicBezTo>
                <a:lnTo>
                  <a:pt x="1231900" y="50800"/>
                </a:lnTo>
                <a:cubicBezTo>
                  <a:pt x="1246717" y="48683"/>
                  <a:pt x="1261474" y="46103"/>
                  <a:pt x="1276350" y="44450"/>
                </a:cubicBezTo>
                <a:cubicBezTo>
                  <a:pt x="1299586" y="41868"/>
                  <a:pt x="1323026" y="41190"/>
                  <a:pt x="1346200" y="38100"/>
                </a:cubicBezTo>
                <a:cubicBezTo>
                  <a:pt x="1354851" y="36947"/>
                  <a:pt x="1362960" y="32984"/>
                  <a:pt x="1371600" y="31750"/>
                </a:cubicBezTo>
                <a:cubicBezTo>
                  <a:pt x="1392658" y="28742"/>
                  <a:pt x="1413945" y="27627"/>
                  <a:pt x="1435100" y="25400"/>
                </a:cubicBezTo>
                <a:cubicBezTo>
                  <a:pt x="1454162" y="23393"/>
                  <a:pt x="1473275" y="21761"/>
                  <a:pt x="1492250" y="19050"/>
                </a:cubicBezTo>
                <a:cubicBezTo>
                  <a:pt x="1502934" y="17524"/>
                  <a:pt x="1513464" y="15041"/>
                  <a:pt x="1524000" y="12700"/>
                </a:cubicBezTo>
                <a:cubicBezTo>
                  <a:pt x="1532519" y="10807"/>
                  <a:pt x="1540716" y="7218"/>
                  <a:pt x="1549400" y="6350"/>
                </a:cubicBezTo>
                <a:cubicBezTo>
                  <a:pt x="1583164" y="2974"/>
                  <a:pt x="1617133" y="2117"/>
                  <a:pt x="1651000" y="0"/>
                </a:cubicBezTo>
                <a:lnTo>
                  <a:pt x="1917700" y="6350"/>
                </a:lnTo>
                <a:cubicBezTo>
                  <a:pt x="2053015" y="11656"/>
                  <a:pt x="1924614" y="8965"/>
                  <a:pt x="2000250" y="19050"/>
                </a:cubicBezTo>
                <a:cubicBezTo>
                  <a:pt x="2023424" y="22140"/>
                  <a:pt x="2046769" y="23895"/>
                  <a:pt x="2070100" y="25400"/>
                </a:cubicBezTo>
                <a:cubicBezTo>
                  <a:pt x="2340165" y="42824"/>
                  <a:pt x="2084138" y="22337"/>
                  <a:pt x="2273300" y="38100"/>
                </a:cubicBezTo>
                <a:cubicBezTo>
                  <a:pt x="2294974" y="42435"/>
                  <a:pt x="2321485" y="48092"/>
                  <a:pt x="2343150" y="50800"/>
                </a:cubicBezTo>
                <a:cubicBezTo>
                  <a:pt x="2364258" y="53438"/>
                  <a:pt x="2385495" y="54923"/>
                  <a:pt x="2406650" y="57150"/>
                </a:cubicBezTo>
                <a:lnTo>
                  <a:pt x="2463800" y="63500"/>
                </a:lnTo>
                <a:cubicBezTo>
                  <a:pt x="2478652" y="65356"/>
                  <a:pt x="2493574" y="66915"/>
                  <a:pt x="2508250" y="69850"/>
                </a:cubicBezTo>
                <a:cubicBezTo>
                  <a:pt x="2591049" y="86410"/>
                  <a:pt x="2531065" y="73896"/>
                  <a:pt x="2584450" y="95250"/>
                </a:cubicBezTo>
                <a:cubicBezTo>
                  <a:pt x="2596879" y="100222"/>
                  <a:pt x="2610576" y="101963"/>
                  <a:pt x="2622550" y="107950"/>
                </a:cubicBezTo>
                <a:cubicBezTo>
                  <a:pt x="2631017" y="112183"/>
                  <a:pt x="2639161" y="117134"/>
                  <a:pt x="2647950" y="120650"/>
                </a:cubicBezTo>
                <a:cubicBezTo>
                  <a:pt x="2685676" y="135740"/>
                  <a:pt x="2678704" y="130344"/>
                  <a:pt x="2711450" y="139700"/>
                </a:cubicBezTo>
                <a:cubicBezTo>
                  <a:pt x="2775219" y="157920"/>
                  <a:pt x="2676495" y="132549"/>
                  <a:pt x="2755900" y="152400"/>
                </a:cubicBezTo>
                <a:cubicBezTo>
                  <a:pt x="2762250" y="156633"/>
                  <a:pt x="2767976" y="162000"/>
                  <a:pt x="2774950" y="165100"/>
                </a:cubicBezTo>
                <a:cubicBezTo>
                  <a:pt x="2787183" y="170537"/>
                  <a:pt x="2800350" y="173567"/>
                  <a:pt x="2813050" y="177800"/>
                </a:cubicBezTo>
                <a:cubicBezTo>
                  <a:pt x="2819400" y="179917"/>
                  <a:pt x="2825606" y="182527"/>
                  <a:pt x="2832100" y="184150"/>
                </a:cubicBezTo>
                <a:cubicBezTo>
                  <a:pt x="2840567" y="186267"/>
                  <a:pt x="2849141" y="187992"/>
                  <a:pt x="2857500" y="190500"/>
                </a:cubicBezTo>
                <a:cubicBezTo>
                  <a:pt x="2870322" y="194347"/>
                  <a:pt x="2882900" y="198967"/>
                  <a:pt x="2895600" y="203200"/>
                </a:cubicBezTo>
                <a:cubicBezTo>
                  <a:pt x="2901950" y="205317"/>
                  <a:pt x="2908156" y="207927"/>
                  <a:pt x="2914650" y="209550"/>
                </a:cubicBezTo>
                <a:cubicBezTo>
                  <a:pt x="2923117" y="211667"/>
                  <a:pt x="2931659" y="213502"/>
                  <a:pt x="2940050" y="215900"/>
                </a:cubicBezTo>
                <a:cubicBezTo>
                  <a:pt x="2946486" y="217739"/>
                  <a:pt x="2952606" y="220627"/>
                  <a:pt x="2959100" y="222250"/>
                </a:cubicBezTo>
                <a:cubicBezTo>
                  <a:pt x="2982384" y="228071"/>
                  <a:pt x="3012259" y="231878"/>
                  <a:pt x="3035300" y="234950"/>
                </a:cubicBezTo>
                <a:lnTo>
                  <a:pt x="3086100" y="241300"/>
                </a:lnTo>
                <a:cubicBezTo>
                  <a:pt x="3092450" y="243417"/>
                  <a:pt x="3098656" y="246027"/>
                  <a:pt x="3105150" y="247650"/>
                </a:cubicBezTo>
                <a:cubicBezTo>
                  <a:pt x="3138182" y="255908"/>
                  <a:pt x="3144791" y="253898"/>
                  <a:pt x="3181350" y="260350"/>
                </a:cubicBezTo>
                <a:cubicBezTo>
                  <a:pt x="3202607" y="264101"/>
                  <a:pt x="3223431" y="270373"/>
                  <a:pt x="3244850" y="273050"/>
                </a:cubicBezTo>
                <a:cubicBezTo>
                  <a:pt x="3261783" y="275167"/>
                  <a:pt x="3278817" y="276595"/>
                  <a:pt x="3295650" y="279400"/>
                </a:cubicBezTo>
                <a:cubicBezTo>
                  <a:pt x="3343560" y="287385"/>
                  <a:pt x="3297660" y="286510"/>
                  <a:pt x="3359150" y="292100"/>
                </a:cubicBezTo>
                <a:cubicBezTo>
                  <a:pt x="3369690" y="293058"/>
                  <a:pt x="3380317" y="292100"/>
                  <a:pt x="3390900" y="29210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143240" y="150017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응답</a:t>
            </a:r>
            <a:endParaRPr lang="ko-KR" alt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285720" y="2214554"/>
            <a:ext cx="8144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/>
              <a:t>*web</a:t>
            </a:r>
            <a:r>
              <a:rPr lang="ko-KR" altLang="en-US" sz="1600" b="1" dirty="0" smtClean="0"/>
              <a:t> </a:t>
            </a:r>
            <a:r>
              <a:rPr lang="en-US" altLang="ko-KR" sz="1600" b="1" dirty="0" smtClean="0"/>
              <a:t>server </a:t>
            </a:r>
            <a:r>
              <a:rPr lang="en-US" altLang="ko-KR" sz="1600" dirty="0" smtClean="0"/>
              <a:t>: HTML</a:t>
            </a:r>
            <a:r>
              <a:rPr lang="ko-KR" altLang="en-US" sz="1600" dirty="0" smtClean="0"/>
              <a:t>을 가지고 있다가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요청이 발생하면 </a:t>
            </a:r>
            <a:r>
              <a:rPr lang="en-US" altLang="ko-KR" sz="1600" dirty="0" smtClean="0"/>
              <a:t>HTML</a:t>
            </a:r>
            <a:r>
              <a:rPr lang="ko-KR" altLang="en-US" sz="1600" dirty="0" smtClean="0"/>
              <a:t>을 응답해주는 프로그램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20" name="직사각형 19"/>
          <p:cNvSpPr/>
          <p:nvPr/>
        </p:nvSpPr>
        <p:spPr>
          <a:xfrm>
            <a:off x="714348" y="3000372"/>
            <a:ext cx="1714512" cy="857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143248"/>
            <a:ext cx="2381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1000100" y="3357562"/>
            <a:ext cx="5774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a.html</a:t>
            </a:r>
            <a:endParaRPr lang="ko-KR" alt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642910" y="2714620"/>
            <a:ext cx="24288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Web server ( Apache HTTP, </a:t>
            </a:r>
            <a:r>
              <a:rPr lang="en-US" altLang="ko-KR" sz="1100" dirty="0" err="1" smtClean="0"/>
              <a:t>NginX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sp>
        <p:nvSpPr>
          <p:cNvPr id="24" name="직사각형 23"/>
          <p:cNvSpPr/>
          <p:nvPr/>
        </p:nvSpPr>
        <p:spPr>
          <a:xfrm>
            <a:off x="5357818" y="3071810"/>
            <a:ext cx="1714512" cy="857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5286380" y="2786058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Web Client ( Web Browser )</a:t>
            </a:r>
            <a:endParaRPr lang="ko-KR" alt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5357818" y="3143248"/>
            <a:ext cx="2686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http://192.168.10.68:80/html_prj/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a.html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30" name="자유형 29"/>
          <p:cNvSpPr/>
          <p:nvPr/>
        </p:nvSpPr>
        <p:spPr>
          <a:xfrm>
            <a:off x="1517650" y="3187700"/>
            <a:ext cx="3911600" cy="184817"/>
          </a:xfrm>
          <a:custGeom>
            <a:avLst/>
            <a:gdLst>
              <a:gd name="connsiteX0" fmla="*/ 3911600 w 3911600"/>
              <a:gd name="connsiteY0" fmla="*/ 95250 h 184817"/>
              <a:gd name="connsiteX1" fmla="*/ 3848100 w 3911600"/>
              <a:gd name="connsiteY1" fmla="*/ 76200 h 184817"/>
              <a:gd name="connsiteX2" fmla="*/ 3765550 w 3911600"/>
              <a:gd name="connsiteY2" fmla="*/ 69850 h 184817"/>
              <a:gd name="connsiteX3" fmla="*/ 3702050 w 3911600"/>
              <a:gd name="connsiteY3" fmla="*/ 63500 h 184817"/>
              <a:gd name="connsiteX4" fmla="*/ 3651250 w 3911600"/>
              <a:gd name="connsiteY4" fmla="*/ 57150 h 184817"/>
              <a:gd name="connsiteX5" fmla="*/ 3613150 w 3911600"/>
              <a:gd name="connsiteY5" fmla="*/ 50800 h 184817"/>
              <a:gd name="connsiteX6" fmla="*/ 3454400 w 3911600"/>
              <a:gd name="connsiteY6" fmla="*/ 44450 h 184817"/>
              <a:gd name="connsiteX7" fmla="*/ 3371850 w 3911600"/>
              <a:gd name="connsiteY7" fmla="*/ 31750 h 184817"/>
              <a:gd name="connsiteX8" fmla="*/ 3352800 w 3911600"/>
              <a:gd name="connsiteY8" fmla="*/ 25400 h 184817"/>
              <a:gd name="connsiteX9" fmla="*/ 3206750 w 3911600"/>
              <a:gd name="connsiteY9" fmla="*/ 12700 h 184817"/>
              <a:gd name="connsiteX10" fmla="*/ 2667000 w 3911600"/>
              <a:gd name="connsiteY10" fmla="*/ 0 h 184817"/>
              <a:gd name="connsiteX11" fmla="*/ 2476500 w 3911600"/>
              <a:gd name="connsiteY11" fmla="*/ 6350 h 184817"/>
              <a:gd name="connsiteX12" fmla="*/ 2146300 w 3911600"/>
              <a:gd name="connsiteY12" fmla="*/ 19050 h 184817"/>
              <a:gd name="connsiteX13" fmla="*/ 2082800 w 3911600"/>
              <a:gd name="connsiteY13" fmla="*/ 31750 h 184817"/>
              <a:gd name="connsiteX14" fmla="*/ 2019300 w 3911600"/>
              <a:gd name="connsiteY14" fmla="*/ 38100 h 184817"/>
              <a:gd name="connsiteX15" fmla="*/ 1873250 w 3911600"/>
              <a:gd name="connsiteY15" fmla="*/ 44450 h 184817"/>
              <a:gd name="connsiteX16" fmla="*/ 1568450 w 3911600"/>
              <a:gd name="connsiteY16" fmla="*/ 50800 h 184817"/>
              <a:gd name="connsiteX17" fmla="*/ 1333500 w 3911600"/>
              <a:gd name="connsiteY17" fmla="*/ 76200 h 184817"/>
              <a:gd name="connsiteX18" fmla="*/ 1212850 w 3911600"/>
              <a:gd name="connsiteY18" fmla="*/ 88900 h 184817"/>
              <a:gd name="connsiteX19" fmla="*/ 1174750 w 3911600"/>
              <a:gd name="connsiteY19" fmla="*/ 95250 h 184817"/>
              <a:gd name="connsiteX20" fmla="*/ 1104900 w 3911600"/>
              <a:gd name="connsiteY20" fmla="*/ 101600 h 184817"/>
              <a:gd name="connsiteX21" fmla="*/ 1003300 w 3911600"/>
              <a:gd name="connsiteY21" fmla="*/ 114300 h 184817"/>
              <a:gd name="connsiteX22" fmla="*/ 927100 w 3911600"/>
              <a:gd name="connsiteY22" fmla="*/ 127000 h 184817"/>
              <a:gd name="connsiteX23" fmla="*/ 400050 w 3911600"/>
              <a:gd name="connsiteY23" fmla="*/ 133350 h 184817"/>
              <a:gd name="connsiteX24" fmla="*/ 254000 w 3911600"/>
              <a:gd name="connsiteY24" fmla="*/ 152400 h 184817"/>
              <a:gd name="connsiteX25" fmla="*/ 165100 w 3911600"/>
              <a:gd name="connsiteY25" fmla="*/ 171450 h 184817"/>
              <a:gd name="connsiteX26" fmla="*/ 120650 w 3911600"/>
              <a:gd name="connsiteY26" fmla="*/ 177800 h 184817"/>
              <a:gd name="connsiteX27" fmla="*/ 38100 w 3911600"/>
              <a:gd name="connsiteY27" fmla="*/ 184150 h 184817"/>
              <a:gd name="connsiteX28" fmla="*/ 0 w 3911600"/>
              <a:gd name="connsiteY28" fmla="*/ 184150 h 18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911600" h="184817">
                <a:moveTo>
                  <a:pt x="3911600" y="95250"/>
                </a:moveTo>
                <a:cubicBezTo>
                  <a:pt x="3901354" y="91835"/>
                  <a:pt x="3862931" y="77945"/>
                  <a:pt x="3848100" y="76200"/>
                </a:cubicBezTo>
                <a:cubicBezTo>
                  <a:pt x="3820691" y="72975"/>
                  <a:pt x="3793044" y="72241"/>
                  <a:pt x="3765550" y="69850"/>
                </a:cubicBezTo>
                <a:cubicBezTo>
                  <a:pt x="3744358" y="68007"/>
                  <a:pt x="3723192" y="65849"/>
                  <a:pt x="3702050" y="63500"/>
                </a:cubicBezTo>
                <a:cubicBezTo>
                  <a:pt x="3685089" y="61615"/>
                  <a:pt x="3668144" y="59563"/>
                  <a:pt x="3651250" y="57150"/>
                </a:cubicBezTo>
                <a:cubicBezTo>
                  <a:pt x="3638504" y="55329"/>
                  <a:pt x="3625998" y="51629"/>
                  <a:pt x="3613150" y="50800"/>
                </a:cubicBezTo>
                <a:cubicBezTo>
                  <a:pt x="3560301" y="47390"/>
                  <a:pt x="3507317" y="46567"/>
                  <a:pt x="3454400" y="44450"/>
                </a:cubicBezTo>
                <a:cubicBezTo>
                  <a:pt x="3390424" y="28456"/>
                  <a:pt x="3481556" y="50034"/>
                  <a:pt x="3371850" y="31750"/>
                </a:cubicBezTo>
                <a:cubicBezTo>
                  <a:pt x="3365248" y="30650"/>
                  <a:pt x="3359364" y="26713"/>
                  <a:pt x="3352800" y="25400"/>
                </a:cubicBezTo>
                <a:cubicBezTo>
                  <a:pt x="3308103" y="16461"/>
                  <a:pt x="3247690" y="14974"/>
                  <a:pt x="3206750" y="12700"/>
                </a:cubicBezTo>
                <a:cubicBezTo>
                  <a:pt x="2978892" y="41"/>
                  <a:pt x="3003414" y="5176"/>
                  <a:pt x="2667000" y="0"/>
                </a:cubicBezTo>
                <a:lnTo>
                  <a:pt x="2476500" y="6350"/>
                </a:lnTo>
                <a:cubicBezTo>
                  <a:pt x="2189281" y="14924"/>
                  <a:pt x="2328032" y="6935"/>
                  <a:pt x="2146300" y="19050"/>
                </a:cubicBezTo>
                <a:cubicBezTo>
                  <a:pt x="2115721" y="29243"/>
                  <a:pt x="2127906" y="26443"/>
                  <a:pt x="2082800" y="31750"/>
                </a:cubicBezTo>
                <a:cubicBezTo>
                  <a:pt x="2061673" y="34235"/>
                  <a:pt x="2040533" y="36813"/>
                  <a:pt x="2019300" y="38100"/>
                </a:cubicBezTo>
                <a:cubicBezTo>
                  <a:pt x="1970660" y="41048"/>
                  <a:pt x="1921960" y="43078"/>
                  <a:pt x="1873250" y="44450"/>
                </a:cubicBezTo>
                <a:lnTo>
                  <a:pt x="1568450" y="50800"/>
                </a:lnTo>
                <a:cubicBezTo>
                  <a:pt x="1397221" y="74149"/>
                  <a:pt x="1475644" y="66724"/>
                  <a:pt x="1333500" y="76200"/>
                </a:cubicBezTo>
                <a:cubicBezTo>
                  <a:pt x="1217001" y="92843"/>
                  <a:pt x="1383691" y="69918"/>
                  <a:pt x="1212850" y="88900"/>
                </a:cubicBezTo>
                <a:cubicBezTo>
                  <a:pt x="1200054" y="90322"/>
                  <a:pt x="1187537" y="93746"/>
                  <a:pt x="1174750" y="95250"/>
                </a:cubicBezTo>
                <a:cubicBezTo>
                  <a:pt x="1151531" y="97982"/>
                  <a:pt x="1128183" y="99483"/>
                  <a:pt x="1104900" y="101600"/>
                </a:cubicBezTo>
                <a:cubicBezTo>
                  <a:pt x="1056339" y="117787"/>
                  <a:pt x="1106251" y="102861"/>
                  <a:pt x="1003300" y="114300"/>
                </a:cubicBezTo>
                <a:cubicBezTo>
                  <a:pt x="964404" y="118622"/>
                  <a:pt x="971791" y="126007"/>
                  <a:pt x="927100" y="127000"/>
                </a:cubicBezTo>
                <a:cubicBezTo>
                  <a:pt x="751447" y="130903"/>
                  <a:pt x="575733" y="131233"/>
                  <a:pt x="400050" y="133350"/>
                </a:cubicBezTo>
                <a:cubicBezTo>
                  <a:pt x="292175" y="148761"/>
                  <a:pt x="340901" y="142744"/>
                  <a:pt x="254000" y="152400"/>
                </a:cubicBezTo>
                <a:cubicBezTo>
                  <a:pt x="223196" y="160101"/>
                  <a:pt x="198727" y="166646"/>
                  <a:pt x="165100" y="171450"/>
                </a:cubicBezTo>
                <a:cubicBezTo>
                  <a:pt x="150283" y="173567"/>
                  <a:pt x="135543" y="176311"/>
                  <a:pt x="120650" y="177800"/>
                </a:cubicBezTo>
                <a:cubicBezTo>
                  <a:pt x="93189" y="180546"/>
                  <a:pt x="65660" y="182699"/>
                  <a:pt x="38100" y="184150"/>
                </a:cubicBezTo>
                <a:cubicBezTo>
                  <a:pt x="25418" y="184817"/>
                  <a:pt x="12700" y="184150"/>
                  <a:pt x="0" y="18415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 30"/>
          <p:cNvSpPr/>
          <p:nvPr/>
        </p:nvSpPr>
        <p:spPr>
          <a:xfrm>
            <a:off x="1619250" y="3467100"/>
            <a:ext cx="3898900" cy="168334"/>
          </a:xfrm>
          <a:custGeom>
            <a:avLst/>
            <a:gdLst>
              <a:gd name="connsiteX0" fmla="*/ 0 w 3898900"/>
              <a:gd name="connsiteY0" fmla="*/ 38100 h 168334"/>
              <a:gd name="connsiteX1" fmla="*/ 304800 w 3898900"/>
              <a:gd name="connsiteY1" fmla="*/ 38100 h 168334"/>
              <a:gd name="connsiteX2" fmla="*/ 622300 w 3898900"/>
              <a:gd name="connsiteY2" fmla="*/ 44450 h 168334"/>
              <a:gd name="connsiteX3" fmla="*/ 1524000 w 3898900"/>
              <a:gd name="connsiteY3" fmla="*/ 57150 h 168334"/>
              <a:gd name="connsiteX4" fmla="*/ 2044700 w 3898900"/>
              <a:gd name="connsiteY4" fmla="*/ 69850 h 168334"/>
              <a:gd name="connsiteX5" fmla="*/ 2089150 w 3898900"/>
              <a:gd name="connsiteY5" fmla="*/ 76200 h 168334"/>
              <a:gd name="connsiteX6" fmla="*/ 2146300 w 3898900"/>
              <a:gd name="connsiteY6" fmla="*/ 82550 h 168334"/>
              <a:gd name="connsiteX7" fmla="*/ 3155950 w 3898900"/>
              <a:gd name="connsiteY7" fmla="*/ 82550 h 168334"/>
              <a:gd name="connsiteX8" fmla="*/ 3232150 w 3898900"/>
              <a:gd name="connsiteY8" fmla="*/ 76200 h 168334"/>
              <a:gd name="connsiteX9" fmla="*/ 3340100 w 3898900"/>
              <a:gd name="connsiteY9" fmla="*/ 69850 h 168334"/>
              <a:gd name="connsiteX10" fmla="*/ 3365500 w 3898900"/>
              <a:gd name="connsiteY10" fmla="*/ 63500 h 168334"/>
              <a:gd name="connsiteX11" fmla="*/ 3397250 w 3898900"/>
              <a:gd name="connsiteY11" fmla="*/ 57150 h 168334"/>
              <a:gd name="connsiteX12" fmla="*/ 3435350 w 3898900"/>
              <a:gd name="connsiteY12" fmla="*/ 44450 h 168334"/>
              <a:gd name="connsiteX13" fmla="*/ 3549650 w 3898900"/>
              <a:gd name="connsiteY13" fmla="*/ 31750 h 168334"/>
              <a:gd name="connsiteX14" fmla="*/ 3600450 w 3898900"/>
              <a:gd name="connsiteY14" fmla="*/ 25400 h 168334"/>
              <a:gd name="connsiteX15" fmla="*/ 3670300 w 3898900"/>
              <a:gd name="connsiteY15" fmla="*/ 19050 h 168334"/>
              <a:gd name="connsiteX16" fmla="*/ 3695700 w 3898900"/>
              <a:gd name="connsiteY16" fmla="*/ 12700 h 168334"/>
              <a:gd name="connsiteX17" fmla="*/ 3810000 w 3898900"/>
              <a:gd name="connsiteY17" fmla="*/ 0 h 168334"/>
              <a:gd name="connsiteX18" fmla="*/ 3898900 w 3898900"/>
              <a:gd name="connsiteY18" fmla="*/ 6350 h 168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98900" h="168334">
                <a:moveTo>
                  <a:pt x="0" y="38100"/>
                </a:moveTo>
                <a:cubicBezTo>
                  <a:pt x="115920" y="9120"/>
                  <a:pt x="15134" y="31937"/>
                  <a:pt x="304800" y="38100"/>
                </a:cubicBezTo>
                <a:lnTo>
                  <a:pt x="622300" y="44450"/>
                </a:lnTo>
                <a:lnTo>
                  <a:pt x="1524000" y="57150"/>
                </a:lnTo>
                <a:cubicBezTo>
                  <a:pt x="1792088" y="75023"/>
                  <a:pt x="1447833" y="53718"/>
                  <a:pt x="2044700" y="69850"/>
                </a:cubicBezTo>
                <a:cubicBezTo>
                  <a:pt x="2059662" y="70254"/>
                  <a:pt x="2074298" y="74344"/>
                  <a:pt x="2089150" y="76200"/>
                </a:cubicBezTo>
                <a:cubicBezTo>
                  <a:pt x="2108169" y="78577"/>
                  <a:pt x="2127250" y="80433"/>
                  <a:pt x="2146300" y="82550"/>
                </a:cubicBezTo>
                <a:cubicBezTo>
                  <a:pt x="2489437" y="168334"/>
                  <a:pt x="2183912" y="94191"/>
                  <a:pt x="3155950" y="82550"/>
                </a:cubicBezTo>
                <a:cubicBezTo>
                  <a:pt x="3181436" y="82245"/>
                  <a:pt x="3206722" y="77954"/>
                  <a:pt x="3232150" y="76200"/>
                </a:cubicBezTo>
                <a:cubicBezTo>
                  <a:pt x="3268110" y="73720"/>
                  <a:pt x="3304117" y="71967"/>
                  <a:pt x="3340100" y="69850"/>
                </a:cubicBezTo>
                <a:cubicBezTo>
                  <a:pt x="3348567" y="67733"/>
                  <a:pt x="3356981" y="65393"/>
                  <a:pt x="3365500" y="63500"/>
                </a:cubicBezTo>
                <a:cubicBezTo>
                  <a:pt x="3376036" y="61159"/>
                  <a:pt x="3386837" y="59990"/>
                  <a:pt x="3397250" y="57150"/>
                </a:cubicBezTo>
                <a:cubicBezTo>
                  <a:pt x="3410165" y="53628"/>
                  <a:pt x="3422045" y="45928"/>
                  <a:pt x="3435350" y="44450"/>
                </a:cubicBezTo>
                <a:lnTo>
                  <a:pt x="3549650" y="31750"/>
                </a:lnTo>
                <a:lnTo>
                  <a:pt x="3600450" y="25400"/>
                </a:lnTo>
                <a:cubicBezTo>
                  <a:pt x="3623701" y="22953"/>
                  <a:pt x="3647017" y="21167"/>
                  <a:pt x="3670300" y="19050"/>
                </a:cubicBezTo>
                <a:cubicBezTo>
                  <a:pt x="3678767" y="16933"/>
                  <a:pt x="3687114" y="14261"/>
                  <a:pt x="3695700" y="12700"/>
                </a:cubicBezTo>
                <a:cubicBezTo>
                  <a:pt x="3734325" y="5677"/>
                  <a:pt x="3770495" y="3591"/>
                  <a:pt x="3810000" y="0"/>
                </a:cubicBezTo>
                <a:cubicBezTo>
                  <a:pt x="3894660" y="6512"/>
                  <a:pt x="3864952" y="6350"/>
                  <a:pt x="3898900" y="635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5429256" y="3500438"/>
            <a:ext cx="32415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응답 받은 </a:t>
            </a:r>
            <a:r>
              <a:rPr lang="en-US" altLang="ko-KR" sz="1100" dirty="0" smtClean="0"/>
              <a:t>HTML</a:t>
            </a:r>
            <a:r>
              <a:rPr lang="ko-KR" altLang="en-US" sz="1100" dirty="0" smtClean="0"/>
              <a:t>을 </a:t>
            </a:r>
            <a:r>
              <a:rPr lang="en-US" altLang="ko-KR" sz="1100" b="1" dirty="0" smtClean="0"/>
              <a:t>Rendering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하여 보여주는 일</a:t>
            </a:r>
            <a:endParaRPr lang="ko-KR" altLang="en-US"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3286116" y="302451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요청</a:t>
            </a:r>
            <a:endParaRPr lang="ko-KR" alt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3286116" y="3524580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응답</a:t>
            </a:r>
            <a:endParaRPr lang="ko-KR" altLang="en-US" sz="1100" dirty="0"/>
          </a:p>
        </p:txBody>
      </p:sp>
      <p:sp>
        <p:nvSpPr>
          <p:cNvPr id="35" name="TextBox 34"/>
          <p:cNvSpPr txBox="1"/>
          <p:nvPr/>
        </p:nvSpPr>
        <p:spPr>
          <a:xfrm>
            <a:off x="428596" y="4071942"/>
            <a:ext cx="84168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/>
              <a:t>*Web Container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Servlet</a:t>
            </a:r>
            <a:r>
              <a:rPr lang="en-US" altLang="ko-KR" sz="1600" dirty="0" smtClean="0"/>
              <a:t>/JSP</a:t>
            </a:r>
            <a:r>
              <a:rPr lang="ko-KR" altLang="en-US" sz="1600" dirty="0" smtClean="0"/>
              <a:t>를 가지고 있다가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요청이 발생하면 </a:t>
            </a:r>
            <a:r>
              <a:rPr lang="en-US" altLang="ko-KR" sz="1600" dirty="0" err="1" smtClean="0"/>
              <a:t>Servlet</a:t>
            </a:r>
            <a:r>
              <a:rPr lang="en-US" altLang="ko-KR" sz="1600" dirty="0" smtClean="0"/>
              <a:t>/JSP</a:t>
            </a:r>
            <a:r>
              <a:rPr lang="ko-KR" altLang="en-US" sz="1600" dirty="0" smtClean="0"/>
              <a:t>를  </a:t>
            </a:r>
            <a:r>
              <a:rPr lang="en-US" altLang="ko-KR" sz="1600" dirty="0" smtClean="0"/>
              <a:t>HTML</a:t>
            </a:r>
            <a:r>
              <a:rPr lang="ko-KR" altLang="en-US" sz="1600" dirty="0" smtClean="0"/>
              <a:t>로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변환하여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동적으로 생성 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을 응답해주는 프로그램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36" name="직사각형 35"/>
          <p:cNvSpPr/>
          <p:nvPr/>
        </p:nvSpPr>
        <p:spPr>
          <a:xfrm>
            <a:off x="214282" y="5072074"/>
            <a:ext cx="2143140" cy="1500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5214950"/>
            <a:ext cx="2381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" name="TextBox 37"/>
          <p:cNvSpPr txBox="1"/>
          <p:nvPr/>
        </p:nvSpPr>
        <p:spPr>
          <a:xfrm>
            <a:off x="928662" y="5429264"/>
            <a:ext cx="47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a.jsp</a:t>
            </a:r>
            <a:endParaRPr lang="ko-KR" altLang="en-US" sz="1100" dirty="0"/>
          </a:p>
        </p:txBody>
      </p:sp>
      <p:sp>
        <p:nvSpPr>
          <p:cNvPr id="39" name="TextBox 38"/>
          <p:cNvSpPr txBox="1"/>
          <p:nvPr/>
        </p:nvSpPr>
        <p:spPr>
          <a:xfrm>
            <a:off x="571472" y="4786322"/>
            <a:ext cx="23342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Web Container ( Apache Tomcat)</a:t>
            </a:r>
            <a:endParaRPr lang="ko-KR" altLang="en-US" sz="1100" dirty="0"/>
          </a:p>
        </p:txBody>
      </p:sp>
      <p:sp>
        <p:nvSpPr>
          <p:cNvPr id="40" name="직사각형 39"/>
          <p:cNvSpPr/>
          <p:nvPr/>
        </p:nvSpPr>
        <p:spPr>
          <a:xfrm>
            <a:off x="5286380" y="5143512"/>
            <a:ext cx="1714512" cy="857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5214942" y="4857760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Web Client ( Web Browser )</a:t>
            </a:r>
            <a:endParaRPr lang="ko-KR" altLang="en-US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5286380" y="5214950"/>
            <a:ext cx="25506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http://192.168.10.68:80/html_prj/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a.jsp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43" name="자유형 42"/>
          <p:cNvSpPr/>
          <p:nvPr/>
        </p:nvSpPr>
        <p:spPr>
          <a:xfrm>
            <a:off x="1446212" y="5259402"/>
            <a:ext cx="3911600" cy="184817"/>
          </a:xfrm>
          <a:custGeom>
            <a:avLst/>
            <a:gdLst>
              <a:gd name="connsiteX0" fmla="*/ 3911600 w 3911600"/>
              <a:gd name="connsiteY0" fmla="*/ 95250 h 184817"/>
              <a:gd name="connsiteX1" fmla="*/ 3848100 w 3911600"/>
              <a:gd name="connsiteY1" fmla="*/ 76200 h 184817"/>
              <a:gd name="connsiteX2" fmla="*/ 3765550 w 3911600"/>
              <a:gd name="connsiteY2" fmla="*/ 69850 h 184817"/>
              <a:gd name="connsiteX3" fmla="*/ 3702050 w 3911600"/>
              <a:gd name="connsiteY3" fmla="*/ 63500 h 184817"/>
              <a:gd name="connsiteX4" fmla="*/ 3651250 w 3911600"/>
              <a:gd name="connsiteY4" fmla="*/ 57150 h 184817"/>
              <a:gd name="connsiteX5" fmla="*/ 3613150 w 3911600"/>
              <a:gd name="connsiteY5" fmla="*/ 50800 h 184817"/>
              <a:gd name="connsiteX6" fmla="*/ 3454400 w 3911600"/>
              <a:gd name="connsiteY6" fmla="*/ 44450 h 184817"/>
              <a:gd name="connsiteX7" fmla="*/ 3371850 w 3911600"/>
              <a:gd name="connsiteY7" fmla="*/ 31750 h 184817"/>
              <a:gd name="connsiteX8" fmla="*/ 3352800 w 3911600"/>
              <a:gd name="connsiteY8" fmla="*/ 25400 h 184817"/>
              <a:gd name="connsiteX9" fmla="*/ 3206750 w 3911600"/>
              <a:gd name="connsiteY9" fmla="*/ 12700 h 184817"/>
              <a:gd name="connsiteX10" fmla="*/ 2667000 w 3911600"/>
              <a:gd name="connsiteY10" fmla="*/ 0 h 184817"/>
              <a:gd name="connsiteX11" fmla="*/ 2476500 w 3911600"/>
              <a:gd name="connsiteY11" fmla="*/ 6350 h 184817"/>
              <a:gd name="connsiteX12" fmla="*/ 2146300 w 3911600"/>
              <a:gd name="connsiteY12" fmla="*/ 19050 h 184817"/>
              <a:gd name="connsiteX13" fmla="*/ 2082800 w 3911600"/>
              <a:gd name="connsiteY13" fmla="*/ 31750 h 184817"/>
              <a:gd name="connsiteX14" fmla="*/ 2019300 w 3911600"/>
              <a:gd name="connsiteY14" fmla="*/ 38100 h 184817"/>
              <a:gd name="connsiteX15" fmla="*/ 1873250 w 3911600"/>
              <a:gd name="connsiteY15" fmla="*/ 44450 h 184817"/>
              <a:gd name="connsiteX16" fmla="*/ 1568450 w 3911600"/>
              <a:gd name="connsiteY16" fmla="*/ 50800 h 184817"/>
              <a:gd name="connsiteX17" fmla="*/ 1333500 w 3911600"/>
              <a:gd name="connsiteY17" fmla="*/ 76200 h 184817"/>
              <a:gd name="connsiteX18" fmla="*/ 1212850 w 3911600"/>
              <a:gd name="connsiteY18" fmla="*/ 88900 h 184817"/>
              <a:gd name="connsiteX19" fmla="*/ 1174750 w 3911600"/>
              <a:gd name="connsiteY19" fmla="*/ 95250 h 184817"/>
              <a:gd name="connsiteX20" fmla="*/ 1104900 w 3911600"/>
              <a:gd name="connsiteY20" fmla="*/ 101600 h 184817"/>
              <a:gd name="connsiteX21" fmla="*/ 1003300 w 3911600"/>
              <a:gd name="connsiteY21" fmla="*/ 114300 h 184817"/>
              <a:gd name="connsiteX22" fmla="*/ 927100 w 3911600"/>
              <a:gd name="connsiteY22" fmla="*/ 127000 h 184817"/>
              <a:gd name="connsiteX23" fmla="*/ 400050 w 3911600"/>
              <a:gd name="connsiteY23" fmla="*/ 133350 h 184817"/>
              <a:gd name="connsiteX24" fmla="*/ 254000 w 3911600"/>
              <a:gd name="connsiteY24" fmla="*/ 152400 h 184817"/>
              <a:gd name="connsiteX25" fmla="*/ 165100 w 3911600"/>
              <a:gd name="connsiteY25" fmla="*/ 171450 h 184817"/>
              <a:gd name="connsiteX26" fmla="*/ 120650 w 3911600"/>
              <a:gd name="connsiteY26" fmla="*/ 177800 h 184817"/>
              <a:gd name="connsiteX27" fmla="*/ 38100 w 3911600"/>
              <a:gd name="connsiteY27" fmla="*/ 184150 h 184817"/>
              <a:gd name="connsiteX28" fmla="*/ 0 w 3911600"/>
              <a:gd name="connsiteY28" fmla="*/ 184150 h 18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911600" h="184817">
                <a:moveTo>
                  <a:pt x="3911600" y="95250"/>
                </a:moveTo>
                <a:cubicBezTo>
                  <a:pt x="3901354" y="91835"/>
                  <a:pt x="3862931" y="77945"/>
                  <a:pt x="3848100" y="76200"/>
                </a:cubicBezTo>
                <a:cubicBezTo>
                  <a:pt x="3820691" y="72975"/>
                  <a:pt x="3793044" y="72241"/>
                  <a:pt x="3765550" y="69850"/>
                </a:cubicBezTo>
                <a:cubicBezTo>
                  <a:pt x="3744358" y="68007"/>
                  <a:pt x="3723192" y="65849"/>
                  <a:pt x="3702050" y="63500"/>
                </a:cubicBezTo>
                <a:cubicBezTo>
                  <a:pt x="3685089" y="61615"/>
                  <a:pt x="3668144" y="59563"/>
                  <a:pt x="3651250" y="57150"/>
                </a:cubicBezTo>
                <a:cubicBezTo>
                  <a:pt x="3638504" y="55329"/>
                  <a:pt x="3625998" y="51629"/>
                  <a:pt x="3613150" y="50800"/>
                </a:cubicBezTo>
                <a:cubicBezTo>
                  <a:pt x="3560301" y="47390"/>
                  <a:pt x="3507317" y="46567"/>
                  <a:pt x="3454400" y="44450"/>
                </a:cubicBezTo>
                <a:cubicBezTo>
                  <a:pt x="3390424" y="28456"/>
                  <a:pt x="3481556" y="50034"/>
                  <a:pt x="3371850" y="31750"/>
                </a:cubicBezTo>
                <a:cubicBezTo>
                  <a:pt x="3365248" y="30650"/>
                  <a:pt x="3359364" y="26713"/>
                  <a:pt x="3352800" y="25400"/>
                </a:cubicBezTo>
                <a:cubicBezTo>
                  <a:pt x="3308103" y="16461"/>
                  <a:pt x="3247690" y="14974"/>
                  <a:pt x="3206750" y="12700"/>
                </a:cubicBezTo>
                <a:cubicBezTo>
                  <a:pt x="2978892" y="41"/>
                  <a:pt x="3003414" y="5176"/>
                  <a:pt x="2667000" y="0"/>
                </a:cubicBezTo>
                <a:lnTo>
                  <a:pt x="2476500" y="6350"/>
                </a:lnTo>
                <a:cubicBezTo>
                  <a:pt x="2189281" y="14924"/>
                  <a:pt x="2328032" y="6935"/>
                  <a:pt x="2146300" y="19050"/>
                </a:cubicBezTo>
                <a:cubicBezTo>
                  <a:pt x="2115721" y="29243"/>
                  <a:pt x="2127906" y="26443"/>
                  <a:pt x="2082800" y="31750"/>
                </a:cubicBezTo>
                <a:cubicBezTo>
                  <a:pt x="2061673" y="34235"/>
                  <a:pt x="2040533" y="36813"/>
                  <a:pt x="2019300" y="38100"/>
                </a:cubicBezTo>
                <a:cubicBezTo>
                  <a:pt x="1970660" y="41048"/>
                  <a:pt x="1921960" y="43078"/>
                  <a:pt x="1873250" y="44450"/>
                </a:cubicBezTo>
                <a:lnTo>
                  <a:pt x="1568450" y="50800"/>
                </a:lnTo>
                <a:cubicBezTo>
                  <a:pt x="1397221" y="74149"/>
                  <a:pt x="1475644" y="66724"/>
                  <a:pt x="1333500" y="76200"/>
                </a:cubicBezTo>
                <a:cubicBezTo>
                  <a:pt x="1217001" y="92843"/>
                  <a:pt x="1383691" y="69918"/>
                  <a:pt x="1212850" y="88900"/>
                </a:cubicBezTo>
                <a:cubicBezTo>
                  <a:pt x="1200054" y="90322"/>
                  <a:pt x="1187537" y="93746"/>
                  <a:pt x="1174750" y="95250"/>
                </a:cubicBezTo>
                <a:cubicBezTo>
                  <a:pt x="1151531" y="97982"/>
                  <a:pt x="1128183" y="99483"/>
                  <a:pt x="1104900" y="101600"/>
                </a:cubicBezTo>
                <a:cubicBezTo>
                  <a:pt x="1056339" y="117787"/>
                  <a:pt x="1106251" y="102861"/>
                  <a:pt x="1003300" y="114300"/>
                </a:cubicBezTo>
                <a:cubicBezTo>
                  <a:pt x="964404" y="118622"/>
                  <a:pt x="971791" y="126007"/>
                  <a:pt x="927100" y="127000"/>
                </a:cubicBezTo>
                <a:cubicBezTo>
                  <a:pt x="751447" y="130903"/>
                  <a:pt x="575733" y="131233"/>
                  <a:pt x="400050" y="133350"/>
                </a:cubicBezTo>
                <a:cubicBezTo>
                  <a:pt x="292175" y="148761"/>
                  <a:pt x="340901" y="142744"/>
                  <a:pt x="254000" y="152400"/>
                </a:cubicBezTo>
                <a:cubicBezTo>
                  <a:pt x="223196" y="160101"/>
                  <a:pt x="198727" y="166646"/>
                  <a:pt x="165100" y="171450"/>
                </a:cubicBezTo>
                <a:cubicBezTo>
                  <a:pt x="150283" y="173567"/>
                  <a:pt x="135543" y="176311"/>
                  <a:pt x="120650" y="177800"/>
                </a:cubicBezTo>
                <a:cubicBezTo>
                  <a:pt x="93189" y="180546"/>
                  <a:pt x="65660" y="182699"/>
                  <a:pt x="38100" y="184150"/>
                </a:cubicBezTo>
                <a:cubicBezTo>
                  <a:pt x="25418" y="184817"/>
                  <a:pt x="12700" y="184150"/>
                  <a:pt x="0" y="18415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5357818" y="5572140"/>
            <a:ext cx="32415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응답 받은 </a:t>
            </a:r>
            <a:r>
              <a:rPr lang="en-US" altLang="ko-KR" sz="1100" dirty="0" smtClean="0"/>
              <a:t>HTML</a:t>
            </a:r>
            <a:r>
              <a:rPr lang="ko-KR" altLang="en-US" sz="1100" dirty="0" smtClean="0"/>
              <a:t>을 </a:t>
            </a:r>
            <a:r>
              <a:rPr lang="en-US" altLang="ko-KR" sz="1100" b="1" dirty="0" smtClean="0"/>
              <a:t>Rendering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하여 보여주는 일</a:t>
            </a:r>
            <a:endParaRPr lang="ko-KR" alt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3214678" y="509621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요청</a:t>
            </a:r>
            <a:endParaRPr lang="ko-KR" altLang="en-US" sz="1100" dirty="0"/>
          </a:p>
        </p:txBody>
      </p:sp>
      <p:sp>
        <p:nvSpPr>
          <p:cNvPr id="47" name="TextBox 46"/>
          <p:cNvSpPr txBox="1"/>
          <p:nvPr/>
        </p:nvSpPr>
        <p:spPr>
          <a:xfrm>
            <a:off x="3214678" y="5596282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응답</a:t>
            </a:r>
            <a:endParaRPr lang="ko-KR" altLang="en-US" sz="1100" dirty="0"/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1285852" y="5643578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3108" y="5739158"/>
            <a:ext cx="2381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extBox 52"/>
          <p:cNvSpPr txBox="1"/>
          <p:nvPr/>
        </p:nvSpPr>
        <p:spPr>
          <a:xfrm>
            <a:off x="1530232" y="5953472"/>
            <a:ext cx="5774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a.html</a:t>
            </a:r>
            <a:endParaRPr lang="ko-KR" altLang="en-US" sz="1100" dirty="0"/>
          </a:p>
        </p:txBody>
      </p:sp>
      <p:sp>
        <p:nvSpPr>
          <p:cNvPr id="54" name="TextBox 53"/>
          <p:cNvSpPr txBox="1"/>
          <p:nvPr/>
        </p:nvSpPr>
        <p:spPr>
          <a:xfrm>
            <a:off x="214282" y="5715016"/>
            <a:ext cx="10326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요청한 </a:t>
            </a:r>
            <a:r>
              <a:rPr lang="en-US" altLang="ko-KR" sz="1100" dirty="0" smtClean="0"/>
              <a:t>JSP</a:t>
            </a:r>
            <a:r>
              <a:rPr lang="ko-KR" altLang="en-US" sz="1100" dirty="0" smtClean="0"/>
              <a:t>를</a:t>
            </a:r>
            <a:endParaRPr lang="en-US" altLang="ko-KR" sz="1100" dirty="0" smtClean="0"/>
          </a:p>
          <a:p>
            <a:r>
              <a:rPr lang="en-US" altLang="ko-KR" sz="1100" dirty="0" smtClean="0"/>
              <a:t>HTML</a:t>
            </a:r>
            <a:r>
              <a:rPr lang="ko-KR" altLang="en-US" sz="1100" dirty="0" smtClean="0"/>
              <a:t>로 변환</a:t>
            </a:r>
            <a:endParaRPr lang="ko-KR" altLang="en-US" sz="1100" dirty="0"/>
          </a:p>
        </p:txBody>
      </p:sp>
      <p:cxnSp>
        <p:nvCxnSpPr>
          <p:cNvPr id="56" name="직선 화살표 연결선 55"/>
          <p:cNvCxnSpPr/>
          <p:nvPr/>
        </p:nvCxnSpPr>
        <p:spPr>
          <a:xfrm flipV="1">
            <a:off x="1071538" y="5715016"/>
            <a:ext cx="28575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자유형 57"/>
          <p:cNvSpPr/>
          <p:nvPr/>
        </p:nvSpPr>
        <p:spPr>
          <a:xfrm>
            <a:off x="1953156" y="5619750"/>
            <a:ext cx="3488794" cy="467993"/>
          </a:xfrm>
          <a:custGeom>
            <a:avLst/>
            <a:gdLst>
              <a:gd name="connsiteX0" fmla="*/ 8994 w 3488794"/>
              <a:gd name="connsiteY0" fmla="*/ 457200 h 467993"/>
              <a:gd name="connsiteX1" fmla="*/ 40744 w 3488794"/>
              <a:gd name="connsiteY1" fmla="*/ 419100 h 467993"/>
              <a:gd name="connsiteX2" fmla="*/ 72494 w 3488794"/>
              <a:gd name="connsiteY2" fmla="*/ 387350 h 467993"/>
              <a:gd name="connsiteX3" fmla="*/ 129644 w 3488794"/>
              <a:gd name="connsiteY3" fmla="*/ 323850 h 467993"/>
              <a:gd name="connsiteX4" fmla="*/ 231244 w 3488794"/>
              <a:gd name="connsiteY4" fmla="*/ 254000 h 467993"/>
              <a:gd name="connsiteX5" fmla="*/ 231244 w 3488794"/>
              <a:gd name="connsiteY5" fmla="*/ 254000 h 467993"/>
              <a:gd name="connsiteX6" fmla="*/ 250294 w 3488794"/>
              <a:gd name="connsiteY6" fmla="*/ 241300 h 467993"/>
              <a:gd name="connsiteX7" fmla="*/ 288394 w 3488794"/>
              <a:gd name="connsiteY7" fmla="*/ 209550 h 467993"/>
              <a:gd name="connsiteX8" fmla="*/ 332844 w 3488794"/>
              <a:gd name="connsiteY8" fmla="*/ 177800 h 467993"/>
              <a:gd name="connsiteX9" fmla="*/ 377294 w 3488794"/>
              <a:gd name="connsiteY9" fmla="*/ 146050 h 467993"/>
              <a:gd name="connsiteX10" fmla="*/ 396344 w 3488794"/>
              <a:gd name="connsiteY10" fmla="*/ 127000 h 467993"/>
              <a:gd name="connsiteX11" fmla="*/ 447144 w 3488794"/>
              <a:gd name="connsiteY11" fmla="*/ 107950 h 467993"/>
              <a:gd name="connsiteX12" fmla="*/ 472544 w 3488794"/>
              <a:gd name="connsiteY12" fmla="*/ 88900 h 467993"/>
              <a:gd name="connsiteX13" fmla="*/ 504294 w 3488794"/>
              <a:gd name="connsiteY13" fmla="*/ 82550 h 467993"/>
              <a:gd name="connsiteX14" fmla="*/ 542394 w 3488794"/>
              <a:gd name="connsiteY14" fmla="*/ 69850 h 467993"/>
              <a:gd name="connsiteX15" fmla="*/ 561444 w 3488794"/>
              <a:gd name="connsiteY15" fmla="*/ 63500 h 467993"/>
              <a:gd name="connsiteX16" fmla="*/ 580494 w 3488794"/>
              <a:gd name="connsiteY16" fmla="*/ 50800 h 467993"/>
              <a:gd name="connsiteX17" fmla="*/ 637644 w 3488794"/>
              <a:gd name="connsiteY17" fmla="*/ 38100 h 467993"/>
              <a:gd name="connsiteX18" fmla="*/ 682094 w 3488794"/>
              <a:gd name="connsiteY18" fmla="*/ 25400 h 467993"/>
              <a:gd name="connsiteX19" fmla="*/ 745594 w 3488794"/>
              <a:gd name="connsiteY19" fmla="*/ 19050 h 467993"/>
              <a:gd name="connsiteX20" fmla="*/ 777344 w 3488794"/>
              <a:gd name="connsiteY20" fmla="*/ 12700 h 467993"/>
              <a:gd name="connsiteX21" fmla="*/ 885294 w 3488794"/>
              <a:gd name="connsiteY21" fmla="*/ 0 h 467993"/>
              <a:gd name="connsiteX22" fmla="*/ 1253594 w 3488794"/>
              <a:gd name="connsiteY22" fmla="*/ 6350 h 467993"/>
              <a:gd name="connsiteX23" fmla="*/ 1399644 w 3488794"/>
              <a:gd name="connsiteY23" fmla="*/ 19050 h 467993"/>
              <a:gd name="connsiteX24" fmla="*/ 1628244 w 3488794"/>
              <a:gd name="connsiteY24" fmla="*/ 25400 h 467993"/>
              <a:gd name="connsiteX25" fmla="*/ 1806044 w 3488794"/>
              <a:gd name="connsiteY25" fmla="*/ 38100 h 467993"/>
              <a:gd name="connsiteX26" fmla="*/ 2536294 w 3488794"/>
              <a:gd name="connsiteY26" fmla="*/ 44450 h 467993"/>
              <a:gd name="connsiteX27" fmla="*/ 2669644 w 3488794"/>
              <a:gd name="connsiteY27" fmla="*/ 50800 h 467993"/>
              <a:gd name="connsiteX28" fmla="*/ 2777594 w 3488794"/>
              <a:gd name="connsiteY28" fmla="*/ 63500 h 467993"/>
              <a:gd name="connsiteX29" fmla="*/ 2860144 w 3488794"/>
              <a:gd name="connsiteY29" fmla="*/ 69850 h 467993"/>
              <a:gd name="connsiteX30" fmla="*/ 2929994 w 3488794"/>
              <a:gd name="connsiteY30" fmla="*/ 76200 h 467993"/>
              <a:gd name="connsiteX31" fmla="*/ 3228444 w 3488794"/>
              <a:gd name="connsiteY31" fmla="*/ 88900 h 467993"/>
              <a:gd name="connsiteX32" fmla="*/ 3374494 w 3488794"/>
              <a:gd name="connsiteY32" fmla="*/ 101600 h 467993"/>
              <a:gd name="connsiteX33" fmla="*/ 3393544 w 3488794"/>
              <a:gd name="connsiteY33" fmla="*/ 107950 h 467993"/>
              <a:gd name="connsiteX34" fmla="*/ 3488794 w 3488794"/>
              <a:gd name="connsiteY34" fmla="*/ 107950 h 46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488794" h="467993">
                <a:moveTo>
                  <a:pt x="8994" y="457200"/>
                </a:moveTo>
                <a:cubicBezTo>
                  <a:pt x="40526" y="409902"/>
                  <a:pt x="0" y="467993"/>
                  <a:pt x="40744" y="419100"/>
                </a:cubicBezTo>
                <a:cubicBezTo>
                  <a:pt x="67202" y="387350"/>
                  <a:pt x="37569" y="410633"/>
                  <a:pt x="72494" y="387350"/>
                </a:cubicBezTo>
                <a:cubicBezTo>
                  <a:pt x="89036" y="362536"/>
                  <a:pt x="101160" y="341652"/>
                  <a:pt x="129644" y="323850"/>
                </a:cubicBezTo>
                <a:cubicBezTo>
                  <a:pt x="198393" y="280882"/>
                  <a:pt x="164469" y="304081"/>
                  <a:pt x="231244" y="254000"/>
                </a:cubicBezTo>
                <a:lnTo>
                  <a:pt x="231244" y="254000"/>
                </a:lnTo>
                <a:cubicBezTo>
                  <a:pt x="237594" y="249767"/>
                  <a:pt x="244270" y="245985"/>
                  <a:pt x="250294" y="241300"/>
                </a:cubicBezTo>
                <a:cubicBezTo>
                  <a:pt x="263343" y="231151"/>
                  <a:pt x="275345" y="219699"/>
                  <a:pt x="288394" y="209550"/>
                </a:cubicBezTo>
                <a:cubicBezTo>
                  <a:pt x="318875" y="185842"/>
                  <a:pt x="297698" y="208553"/>
                  <a:pt x="332844" y="177800"/>
                </a:cubicBezTo>
                <a:cubicBezTo>
                  <a:pt x="369931" y="145349"/>
                  <a:pt x="342997" y="157482"/>
                  <a:pt x="377294" y="146050"/>
                </a:cubicBezTo>
                <a:cubicBezTo>
                  <a:pt x="383644" y="139700"/>
                  <a:pt x="388729" y="131760"/>
                  <a:pt x="396344" y="127000"/>
                </a:cubicBezTo>
                <a:cubicBezTo>
                  <a:pt x="405022" y="121576"/>
                  <a:pt x="434478" y="112172"/>
                  <a:pt x="447144" y="107950"/>
                </a:cubicBezTo>
                <a:cubicBezTo>
                  <a:pt x="455611" y="101600"/>
                  <a:pt x="462873" y="93198"/>
                  <a:pt x="472544" y="88900"/>
                </a:cubicBezTo>
                <a:cubicBezTo>
                  <a:pt x="482407" y="84517"/>
                  <a:pt x="493881" y="85390"/>
                  <a:pt x="504294" y="82550"/>
                </a:cubicBezTo>
                <a:cubicBezTo>
                  <a:pt x="517209" y="79028"/>
                  <a:pt x="529694" y="74083"/>
                  <a:pt x="542394" y="69850"/>
                </a:cubicBezTo>
                <a:cubicBezTo>
                  <a:pt x="548744" y="67733"/>
                  <a:pt x="555875" y="67213"/>
                  <a:pt x="561444" y="63500"/>
                </a:cubicBezTo>
                <a:cubicBezTo>
                  <a:pt x="567794" y="59267"/>
                  <a:pt x="573668" y="54213"/>
                  <a:pt x="580494" y="50800"/>
                </a:cubicBezTo>
                <a:cubicBezTo>
                  <a:pt x="597648" y="42223"/>
                  <a:pt x="620084" y="42002"/>
                  <a:pt x="637644" y="38100"/>
                </a:cubicBezTo>
                <a:cubicBezTo>
                  <a:pt x="670212" y="30863"/>
                  <a:pt x="643370" y="30932"/>
                  <a:pt x="682094" y="25400"/>
                </a:cubicBezTo>
                <a:cubicBezTo>
                  <a:pt x="703152" y="22392"/>
                  <a:pt x="724508" y="21861"/>
                  <a:pt x="745594" y="19050"/>
                </a:cubicBezTo>
                <a:cubicBezTo>
                  <a:pt x="756292" y="17624"/>
                  <a:pt x="766677" y="14341"/>
                  <a:pt x="777344" y="12700"/>
                </a:cubicBezTo>
                <a:cubicBezTo>
                  <a:pt x="800035" y="9209"/>
                  <a:pt x="864117" y="2353"/>
                  <a:pt x="885294" y="0"/>
                </a:cubicBezTo>
                <a:lnTo>
                  <a:pt x="1253594" y="6350"/>
                </a:lnTo>
                <a:cubicBezTo>
                  <a:pt x="1302428" y="8159"/>
                  <a:pt x="1350796" y="17693"/>
                  <a:pt x="1399644" y="19050"/>
                </a:cubicBezTo>
                <a:lnTo>
                  <a:pt x="1628244" y="25400"/>
                </a:lnTo>
                <a:cubicBezTo>
                  <a:pt x="1672043" y="29050"/>
                  <a:pt x="1767161" y="37506"/>
                  <a:pt x="1806044" y="38100"/>
                </a:cubicBezTo>
                <a:lnTo>
                  <a:pt x="2536294" y="44450"/>
                </a:lnTo>
                <a:lnTo>
                  <a:pt x="2669644" y="50800"/>
                </a:lnTo>
                <a:cubicBezTo>
                  <a:pt x="2710159" y="53501"/>
                  <a:pt x="2737686" y="59699"/>
                  <a:pt x="2777594" y="63500"/>
                </a:cubicBezTo>
                <a:cubicBezTo>
                  <a:pt x="2805068" y="66117"/>
                  <a:pt x="2832641" y="67558"/>
                  <a:pt x="2860144" y="69850"/>
                </a:cubicBezTo>
                <a:lnTo>
                  <a:pt x="2929994" y="76200"/>
                </a:lnTo>
                <a:cubicBezTo>
                  <a:pt x="3050860" y="85153"/>
                  <a:pt x="3087174" y="84343"/>
                  <a:pt x="3228444" y="88900"/>
                </a:cubicBezTo>
                <a:cubicBezTo>
                  <a:pt x="3277127" y="93133"/>
                  <a:pt x="3328135" y="86147"/>
                  <a:pt x="3374494" y="101600"/>
                </a:cubicBezTo>
                <a:cubicBezTo>
                  <a:pt x="3380844" y="103717"/>
                  <a:pt x="3386861" y="107579"/>
                  <a:pt x="3393544" y="107950"/>
                </a:cubicBezTo>
                <a:cubicBezTo>
                  <a:pt x="3425245" y="109711"/>
                  <a:pt x="3457044" y="107950"/>
                  <a:pt x="3488794" y="10795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2844" y="357166"/>
            <a:ext cx="854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/>
              <a:t>*WAS( Web Application Server ) </a:t>
            </a:r>
            <a:r>
              <a:rPr lang="en-US" altLang="ko-KR" sz="1600" dirty="0" smtClean="0"/>
              <a:t>: Java EE</a:t>
            </a:r>
            <a:r>
              <a:rPr lang="ko-KR" altLang="en-US" sz="1600" dirty="0" smtClean="0"/>
              <a:t>의 모든 </a:t>
            </a:r>
            <a:r>
              <a:rPr lang="en-US" altLang="ko-KR" sz="1600" dirty="0" smtClean="0"/>
              <a:t>Spec</a:t>
            </a:r>
            <a:r>
              <a:rPr lang="ko-KR" altLang="en-US" sz="1600" dirty="0" smtClean="0"/>
              <a:t>을 서비스 해줄 수 있는 프로그램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142844" y="1357298"/>
            <a:ext cx="2143140" cy="1500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1500174"/>
            <a:ext cx="2381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57224" y="1714488"/>
            <a:ext cx="47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a.jsp</a:t>
            </a:r>
            <a:endParaRPr lang="ko-KR" alt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107154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WAS</a:t>
            </a:r>
            <a:endParaRPr lang="ko-KR" altLang="en-US" sz="1100" dirty="0"/>
          </a:p>
        </p:txBody>
      </p:sp>
      <p:sp>
        <p:nvSpPr>
          <p:cNvPr id="9" name="직사각형 8"/>
          <p:cNvSpPr/>
          <p:nvPr/>
        </p:nvSpPr>
        <p:spPr>
          <a:xfrm>
            <a:off x="5214942" y="1428736"/>
            <a:ext cx="1714512" cy="857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143504" y="1142984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Web Client ( Web Browser )</a:t>
            </a:r>
            <a:endParaRPr lang="ko-KR" alt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5214942" y="1500174"/>
            <a:ext cx="25506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http://192.168.10.68:80/html_prj/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a.jsp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1374774" y="1544626"/>
            <a:ext cx="3911600" cy="184817"/>
          </a:xfrm>
          <a:custGeom>
            <a:avLst/>
            <a:gdLst>
              <a:gd name="connsiteX0" fmla="*/ 3911600 w 3911600"/>
              <a:gd name="connsiteY0" fmla="*/ 95250 h 184817"/>
              <a:gd name="connsiteX1" fmla="*/ 3848100 w 3911600"/>
              <a:gd name="connsiteY1" fmla="*/ 76200 h 184817"/>
              <a:gd name="connsiteX2" fmla="*/ 3765550 w 3911600"/>
              <a:gd name="connsiteY2" fmla="*/ 69850 h 184817"/>
              <a:gd name="connsiteX3" fmla="*/ 3702050 w 3911600"/>
              <a:gd name="connsiteY3" fmla="*/ 63500 h 184817"/>
              <a:gd name="connsiteX4" fmla="*/ 3651250 w 3911600"/>
              <a:gd name="connsiteY4" fmla="*/ 57150 h 184817"/>
              <a:gd name="connsiteX5" fmla="*/ 3613150 w 3911600"/>
              <a:gd name="connsiteY5" fmla="*/ 50800 h 184817"/>
              <a:gd name="connsiteX6" fmla="*/ 3454400 w 3911600"/>
              <a:gd name="connsiteY6" fmla="*/ 44450 h 184817"/>
              <a:gd name="connsiteX7" fmla="*/ 3371850 w 3911600"/>
              <a:gd name="connsiteY7" fmla="*/ 31750 h 184817"/>
              <a:gd name="connsiteX8" fmla="*/ 3352800 w 3911600"/>
              <a:gd name="connsiteY8" fmla="*/ 25400 h 184817"/>
              <a:gd name="connsiteX9" fmla="*/ 3206750 w 3911600"/>
              <a:gd name="connsiteY9" fmla="*/ 12700 h 184817"/>
              <a:gd name="connsiteX10" fmla="*/ 2667000 w 3911600"/>
              <a:gd name="connsiteY10" fmla="*/ 0 h 184817"/>
              <a:gd name="connsiteX11" fmla="*/ 2476500 w 3911600"/>
              <a:gd name="connsiteY11" fmla="*/ 6350 h 184817"/>
              <a:gd name="connsiteX12" fmla="*/ 2146300 w 3911600"/>
              <a:gd name="connsiteY12" fmla="*/ 19050 h 184817"/>
              <a:gd name="connsiteX13" fmla="*/ 2082800 w 3911600"/>
              <a:gd name="connsiteY13" fmla="*/ 31750 h 184817"/>
              <a:gd name="connsiteX14" fmla="*/ 2019300 w 3911600"/>
              <a:gd name="connsiteY14" fmla="*/ 38100 h 184817"/>
              <a:gd name="connsiteX15" fmla="*/ 1873250 w 3911600"/>
              <a:gd name="connsiteY15" fmla="*/ 44450 h 184817"/>
              <a:gd name="connsiteX16" fmla="*/ 1568450 w 3911600"/>
              <a:gd name="connsiteY16" fmla="*/ 50800 h 184817"/>
              <a:gd name="connsiteX17" fmla="*/ 1333500 w 3911600"/>
              <a:gd name="connsiteY17" fmla="*/ 76200 h 184817"/>
              <a:gd name="connsiteX18" fmla="*/ 1212850 w 3911600"/>
              <a:gd name="connsiteY18" fmla="*/ 88900 h 184817"/>
              <a:gd name="connsiteX19" fmla="*/ 1174750 w 3911600"/>
              <a:gd name="connsiteY19" fmla="*/ 95250 h 184817"/>
              <a:gd name="connsiteX20" fmla="*/ 1104900 w 3911600"/>
              <a:gd name="connsiteY20" fmla="*/ 101600 h 184817"/>
              <a:gd name="connsiteX21" fmla="*/ 1003300 w 3911600"/>
              <a:gd name="connsiteY21" fmla="*/ 114300 h 184817"/>
              <a:gd name="connsiteX22" fmla="*/ 927100 w 3911600"/>
              <a:gd name="connsiteY22" fmla="*/ 127000 h 184817"/>
              <a:gd name="connsiteX23" fmla="*/ 400050 w 3911600"/>
              <a:gd name="connsiteY23" fmla="*/ 133350 h 184817"/>
              <a:gd name="connsiteX24" fmla="*/ 254000 w 3911600"/>
              <a:gd name="connsiteY24" fmla="*/ 152400 h 184817"/>
              <a:gd name="connsiteX25" fmla="*/ 165100 w 3911600"/>
              <a:gd name="connsiteY25" fmla="*/ 171450 h 184817"/>
              <a:gd name="connsiteX26" fmla="*/ 120650 w 3911600"/>
              <a:gd name="connsiteY26" fmla="*/ 177800 h 184817"/>
              <a:gd name="connsiteX27" fmla="*/ 38100 w 3911600"/>
              <a:gd name="connsiteY27" fmla="*/ 184150 h 184817"/>
              <a:gd name="connsiteX28" fmla="*/ 0 w 3911600"/>
              <a:gd name="connsiteY28" fmla="*/ 184150 h 18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911600" h="184817">
                <a:moveTo>
                  <a:pt x="3911600" y="95250"/>
                </a:moveTo>
                <a:cubicBezTo>
                  <a:pt x="3901354" y="91835"/>
                  <a:pt x="3862931" y="77945"/>
                  <a:pt x="3848100" y="76200"/>
                </a:cubicBezTo>
                <a:cubicBezTo>
                  <a:pt x="3820691" y="72975"/>
                  <a:pt x="3793044" y="72241"/>
                  <a:pt x="3765550" y="69850"/>
                </a:cubicBezTo>
                <a:cubicBezTo>
                  <a:pt x="3744358" y="68007"/>
                  <a:pt x="3723192" y="65849"/>
                  <a:pt x="3702050" y="63500"/>
                </a:cubicBezTo>
                <a:cubicBezTo>
                  <a:pt x="3685089" y="61615"/>
                  <a:pt x="3668144" y="59563"/>
                  <a:pt x="3651250" y="57150"/>
                </a:cubicBezTo>
                <a:cubicBezTo>
                  <a:pt x="3638504" y="55329"/>
                  <a:pt x="3625998" y="51629"/>
                  <a:pt x="3613150" y="50800"/>
                </a:cubicBezTo>
                <a:cubicBezTo>
                  <a:pt x="3560301" y="47390"/>
                  <a:pt x="3507317" y="46567"/>
                  <a:pt x="3454400" y="44450"/>
                </a:cubicBezTo>
                <a:cubicBezTo>
                  <a:pt x="3390424" y="28456"/>
                  <a:pt x="3481556" y="50034"/>
                  <a:pt x="3371850" y="31750"/>
                </a:cubicBezTo>
                <a:cubicBezTo>
                  <a:pt x="3365248" y="30650"/>
                  <a:pt x="3359364" y="26713"/>
                  <a:pt x="3352800" y="25400"/>
                </a:cubicBezTo>
                <a:cubicBezTo>
                  <a:pt x="3308103" y="16461"/>
                  <a:pt x="3247690" y="14974"/>
                  <a:pt x="3206750" y="12700"/>
                </a:cubicBezTo>
                <a:cubicBezTo>
                  <a:pt x="2978892" y="41"/>
                  <a:pt x="3003414" y="5176"/>
                  <a:pt x="2667000" y="0"/>
                </a:cubicBezTo>
                <a:lnTo>
                  <a:pt x="2476500" y="6350"/>
                </a:lnTo>
                <a:cubicBezTo>
                  <a:pt x="2189281" y="14924"/>
                  <a:pt x="2328032" y="6935"/>
                  <a:pt x="2146300" y="19050"/>
                </a:cubicBezTo>
                <a:cubicBezTo>
                  <a:pt x="2115721" y="29243"/>
                  <a:pt x="2127906" y="26443"/>
                  <a:pt x="2082800" y="31750"/>
                </a:cubicBezTo>
                <a:cubicBezTo>
                  <a:pt x="2061673" y="34235"/>
                  <a:pt x="2040533" y="36813"/>
                  <a:pt x="2019300" y="38100"/>
                </a:cubicBezTo>
                <a:cubicBezTo>
                  <a:pt x="1970660" y="41048"/>
                  <a:pt x="1921960" y="43078"/>
                  <a:pt x="1873250" y="44450"/>
                </a:cubicBezTo>
                <a:lnTo>
                  <a:pt x="1568450" y="50800"/>
                </a:lnTo>
                <a:cubicBezTo>
                  <a:pt x="1397221" y="74149"/>
                  <a:pt x="1475644" y="66724"/>
                  <a:pt x="1333500" y="76200"/>
                </a:cubicBezTo>
                <a:cubicBezTo>
                  <a:pt x="1217001" y="92843"/>
                  <a:pt x="1383691" y="69918"/>
                  <a:pt x="1212850" y="88900"/>
                </a:cubicBezTo>
                <a:cubicBezTo>
                  <a:pt x="1200054" y="90322"/>
                  <a:pt x="1187537" y="93746"/>
                  <a:pt x="1174750" y="95250"/>
                </a:cubicBezTo>
                <a:cubicBezTo>
                  <a:pt x="1151531" y="97982"/>
                  <a:pt x="1128183" y="99483"/>
                  <a:pt x="1104900" y="101600"/>
                </a:cubicBezTo>
                <a:cubicBezTo>
                  <a:pt x="1056339" y="117787"/>
                  <a:pt x="1106251" y="102861"/>
                  <a:pt x="1003300" y="114300"/>
                </a:cubicBezTo>
                <a:cubicBezTo>
                  <a:pt x="964404" y="118622"/>
                  <a:pt x="971791" y="126007"/>
                  <a:pt x="927100" y="127000"/>
                </a:cubicBezTo>
                <a:cubicBezTo>
                  <a:pt x="751447" y="130903"/>
                  <a:pt x="575733" y="131233"/>
                  <a:pt x="400050" y="133350"/>
                </a:cubicBezTo>
                <a:cubicBezTo>
                  <a:pt x="292175" y="148761"/>
                  <a:pt x="340901" y="142744"/>
                  <a:pt x="254000" y="152400"/>
                </a:cubicBezTo>
                <a:cubicBezTo>
                  <a:pt x="223196" y="160101"/>
                  <a:pt x="198727" y="166646"/>
                  <a:pt x="165100" y="171450"/>
                </a:cubicBezTo>
                <a:cubicBezTo>
                  <a:pt x="150283" y="173567"/>
                  <a:pt x="135543" y="176311"/>
                  <a:pt x="120650" y="177800"/>
                </a:cubicBezTo>
                <a:cubicBezTo>
                  <a:pt x="93189" y="180546"/>
                  <a:pt x="65660" y="182699"/>
                  <a:pt x="38100" y="184150"/>
                </a:cubicBezTo>
                <a:cubicBezTo>
                  <a:pt x="25418" y="184817"/>
                  <a:pt x="12700" y="184150"/>
                  <a:pt x="0" y="18415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286380" y="1857364"/>
            <a:ext cx="32415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응답 받은 </a:t>
            </a:r>
            <a:r>
              <a:rPr lang="en-US" altLang="ko-KR" sz="1100" dirty="0" smtClean="0"/>
              <a:t>HTML</a:t>
            </a:r>
            <a:r>
              <a:rPr lang="ko-KR" altLang="en-US" sz="1100" dirty="0" smtClean="0"/>
              <a:t>을 </a:t>
            </a:r>
            <a:r>
              <a:rPr lang="en-US" altLang="ko-KR" sz="1100" b="1" dirty="0" smtClean="0"/>
              <a:t>Rendering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하여 보여주는 일</a:t>
            </a:r>
            <a:endParaRPr lang="ko-KR" altLang="en-US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3143240" y="1381440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요청</a:t>
            </a:r>
            <a:endParaRPr lang="ko-KR" altLang="en-US"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3143240" y="188150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응답</a:t>
            </a:r>
            <a:endParaRPr lang="ko-KR" altLang="en-US" sz="1100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1214414" y="1928802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1670" y="2024382"/>
            <a:ext cx="2381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1458794" y="2238696"/>
            <a:ext cx="131478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a.html</a:t>
            </a:r>
            <a:endParaRPr lang="en-US" altLang="ko-KR" sz="1100" dirty="0"/>
          </a:p>
          <a:p>
            <a:r>
              <a:rPr lang="ko-KR" altLang="en-US" sz="1100" dirty="0" smtClean="0"/>
              <a:t>요청한 </a:t>
            </a:r>
            <a:r>
              <a:rPr lang="en-US" altLang="ko-KR" sz="1100" dirty="0" smtClean="0"/>
              <a:t>JSP</a:t>
            </a:r>
            <a:r>
              <a:rPr lang="ko-KR" altLang="en-US" sz="1100" dirty="0" smtClean="0"/>
              <a:t>를 </a:t>
            </a:r>
            <a:endParaRPr lang="en-US" altLang="ko-KR" sz="1100" dirty="0" smtClean="0"/>
          </a:p>
          <a:p>
            <a:r>
              <a:rPr lang="en-US" altLang="ko-KR" sz="1100" dirty="0" smtClean="0"/>
              <a:t>HTML</a:t>
            </a:r>
            <a:r>
              <a:rPr lang="ko-KR" altLang="en-US" sz="1100" dirty="0" smtClean="0"/>
              <a:t>로 </a:t>
            </a:r>
            <a:r>
              <a:rPr lang="ko-KR" altLang="en-US" sz="1100" dirty="0" err="1" smtClean="0"/>
              <a:t>동적생성</a:t>
            </a:r>
            <a:endParaRPr lang="en-US" altLang="ko-KR" sz="1100" dirty="0" smtClean="0"/>
          </a:p>
        </p:txBody>
      </p:sp>
      <p:cxnSp>
        <p:nvCxnSpPr>
          <p:cNvPr id="20" name="직선 화살표 연결선 19"/>
          <p:cNvCxnSpPr/>
          <p:nvPr/>
        </p:nvCxnSpPr>
        <p:spPr>
          <a:xfrm flipV="1">
            <a:off x="642910" y="1928802"/>
            <a:ext cx="523852" cy="139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자유형 20"/>
          <p:cNvSpPr/>
          <p:nvPr/>
        </p:nvSpPr>
        <p:spPr>
          <a:xfrm>
            <a:off x="1881718" y="1904974"/>
            <a:ext cx="3488794" cy="467993"/>
          </a:xfrm>
          <a:custGeom>
            <a:avLst/>
            <a:gdLst>
              <a:gd name="connsiteX0" fmla="*/ 8994 w 3488794"/>
              <a:gd name="connsiteY0" fmla="*/ 457200 h 467993"/>
              <a:gd name="connsiteX1" fmla="*/ 40744 w 3488794"/>
              <a:gd name="connsiteY1" fmla="*/ 419100 h 467993"/>
              <a:gd name="connsiteX2" fmla="*/ 72494 w 3488794"/>
              <a:gd name="connsiteY2" fmla="*/ 387350 h 467993"/>
              <a:gd name="connsiteX3" fmla="*/ 129644 w 3488794"/>
              <a:gd name="connsiteY3" fmla="*/ 323850 h 467993"/>
              <a:gd name="connsiteX4" fmla="*/ 231244 w 3488794"/>
              <a:gd name="connsiteY4" fmla="*/ 254000 h 467993"/>
              <a:gd name="connsiteX5" fmla="*/ 231244 w 3488794"/>
              <a:gd name="connsiteY5" fmla="*/ 254000 h 467993"/>
              <a:gd name="connsiteX6" fmla="*/ 250294 w 3488794"/>
              <a:gd name="connsiteY6" fmla="*/ 241300 h 467993"/>
              <a:gd name="connsiteX7" fmla="*/ 288394 w 3488794"/>
              <a:gd name="connsiteY7" fmla="*/ 209550 h 467993"/>
              <a:gd name="connsiteX8" fmla="*/ 332844 w 3488794"/>
              <a:gd name="connsiteY8" fmla="*/ 177800 h 467993"/>
              <a:gd name="connsiteX9" fmla="*/ 377294 w 3488794"/>
              <a:gd name="connsiteY9" fmla="*/ 146050 h 467993"/>
              <a:gd name="connsiteX10" fmla="*/ 396344 w 3488794"/>
              <a:gd name="connsiteY10" fmla="*/ 127000 h 467993"/>
              <a:gd name="connsiteX11" fmla="*/ 447144 w 3488794"/>
              <a:gd name="connsiteY11" fmla="*/ 107950 h 467993"/>
              <a:gd name="connsiteX12" fmla="*/ 472544 w 3488794"/>
              <a:gd name="connsiteY12" fmla="*/ 88900 h 467993"/>
              <a:gd name="connsiteX13" fmla="*/ 504294 w 3488794"/>
              <a:gd name="connsiteY13" fmla="*/ 82550 h 467993"/>
              <a:gd name="connsiteX14" fmla="*/ 542394 w 3488794"/>
              <a:gd name="connsiteY14" fmla="*/ 69850 h 467993"/>
              <a:gd name="connsiteX15" fmla="*/ 561444 w 3488794"/>
              <a:gd name="connsiteY15" fmla="*/ 63500 h 467993"/>
              <a:gd name="connsiteX16" fmla="*/ 580494 w 3488794"/>
              <a:gd name="connsiteY16" fmla="*/ 50800 h 467993"/>
              <a:gd name="connsiteX17" fmla="*/ 637644 w 3488794"/>
              <a:gd name="connsiteY17" fmla="*/ 38100 h 467993"/>
              <a:gd name="connsiteX18" fmla="*/ 682094 w 3488794"/>
              <a:gd name="connsiteY18" fmla="*/ 25400 h 467993"/>
              <a:gd name="connsiteX19" fmla="*/ 745594 w 3488794"/>
              <a:gd name="connsiteY19" fmla="*/ 19050 h 467993"/>
              <a:gd name="connsiteX20" fmla="*/ 777344 w 3488794"/>
              <a:gd name="connsiteY20" fmla="*/ 12700 h 467993"/>
              <a:gd name="connsiteX21" fmla="*/ 885294 w 3488794"/>
              <a:gd name="connsiteY21" fmla="*/ 0 h 467993"/>
              <a:gd name="connsiteX22" fmla="*/ 1253594 w 3488794"/>
              <a:gd name="connsiteY22" fmla="*/ 6350 h 467993"/>
              <a:gd name="connsiteX23" fmla="*/ 1399644 w 3488794"/>
              <a:gd name="connsiteY23" fmla="*/ 19050 h 467993"/>
              <a:gd name="connsiteX24" fmla="*/ 1628244 w 3488794"/>
              <a:gd name="connsiteY24" fmla="*/ 25400 h 467993"/>
              <a:gd name="connsiteX25" fmla="*/ 1806044 w 3488794"/>
              <a:gd name="connsiteY25" fmla="*/ 38100 h 467993"/>
              <a:gd name="connsiteX26" fmla="*/ 2536294 w 3488794"/>
              <a:gd name="connsiteY26" fmla="*/ 44450 h 467993"/>
              <a:gd name="connsiteX27" fmla="*/ 2669644 w 3488794"/>
              <a:gd name="connsiteY27" fmla="*/ 50800 h 467993"/>
              <a:gd name="connsiteX28" fmla="*/ 2777594 w 3488794"/>
              <a:gd name="connsiteY28" fmla="*/ 63500 h 467993"/>
              <a:gd name="connsiteX29" fmla="*/ 2860144 w 3488794"/>
              <a:gd name="connsiteY29" fmla="*/ 69850 h 467993"/>
              <a:gd name="connsiteX30" fmla="*/ 2929994 w 3488794"/>
              <a:gd name="connsiteY30" fmla="*/ 76200 h 467993"/>
              <a:gd name="connsiteX31" fmla="*/ 3228444 w 3488794"/>
              <a:gd name="connsiteY31" fmla="*/ 88900 h 467993"/>
              <a:gd name="connsiteX32" fmla="*/ 3374494 w 3488794"/>
              <a:gd name="connsiteY32" fmla="*/ 101600 h 467993"/>
              <a:gd name="connsiteX33" fmla="*/ 3393544 w 3488794"/>
              <a:gd name="connsiteY33" fmla="*/ 107950 h 467993"/>
              <a:gd name="connsiteX34" fmla="*/ 3488794 w 3488794"/>
              <a:gd name="connsiteY34" fmla="*/ 107950 h 46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488794" h="467993">
                <a:moveTo>
                  <a:pt x="8994" y="457200"/>
                </a:moveTo>
                <a:cubicBezTo>
                  <a:pt x="40526" y="409902"/>
                  <a:pt x="0" y="467993"/>
                  <a:pt x="40744" y="419100"/>
                </a:cubicBezTo>
                <a:cubicBezTo>
                  <a:pt x="67202" y="387350"/>
                  <a:pt x="37569" y="410633"/>
                  <a:pt x="72494" y="387350"/>
                </a:cubicBezTo>
                <a:cubicBezTo>
                  <a:pt x="89036" y="362536"/>
                  <a:pt x="101160" y="341652"/>
                  <a:pt x="129644" y="323850"/>
                </a:cubicBezTo>
                <a:cubicBezTo>
                  <a:pt x="198393" y="280882"/>
                  <a:pt x="164469" y="304081"/>
                  <a:pt x="231244" y="254000"/>
                </a:cubicBezTo>
                <a:lnTo>
                  <a:pt x="231244" y="254000"/>
                </a:lnTo>
                <a:cubicBezTo>
                  <a:pt x="237594" y="249767"/>
                  <a:pt x="244270" y="245985"/>
                  <a:pt x="250294" y="241300"/>
                </a:cubicBezTo>
                <a:cubicBezTo>
                  <a:pt x="263343" y="231151"/>
                  <a:pt x="275345" y="219699"/>
                  <a:pt x="288394" y="209550"/>
                </a:cubicBezTo>
                <a:cubicBezTo>
                  <a:pt x="318875" y="185842"/>
                  <a:pt x="297698" y="208553"/>
                  <a:pt x="332844" y="177800"/>
                </a:cubicBezTo>
                <a:cubicBezTo>
                  <a:pt x="369931" y="145349"/>
                  <a:pt x="342997" y="157482"/>
                  <a:pt x="377294" y="146050"/>
                </a:cubicBezTo>
                <a:cubicBezTo>
                  <a:pt x="383644" y="139700"/>
                  <a:pt x="388729" y="131760"/>
                  <a:pt x="396344" y="127000"/>
                </a:cubicBezTo>
                <a:cubicBezTo>
                  <a:pt x="405022" y="121576"/>
                  <a:pt x="434478" y="112172"/>
                  <a:pt x="447144" y="107950"/>
                </a:cubicBezTo>
                <a:cubicBezTo>
                  <a:pt x="455611" y="101600"/>
                  <a:pt x="462873" y="93198"/>
                  <a:pt x="472544" y="88900"/>
                </a:cubicBezTo>
                <a:cubicBezTo>
                  <a:pt x="482407" y="84517"/>
                  <a:pt x="493881" y="85390"/>
                  <a:pt x="504294" y="82550"/>
                </a:cubicBezTo>
                <a:cubicBezTo>
                  <a:pt x="517209" y="79028"/>
                  <a:pt x="529694" y="74083"/>
                  <a:pt x="542394" y="69850"/>
                </a:cubicBezTo>
                <a:cubicBezTo>
                  <a:pt x="548744" y="67733"/>
                  <a:pt x="555875" y="67213"/>
                  <a:pt x="561444" y="63500"/>
                </a:cubicBezTo>
                <a:cubicBezTo>
                  <a:pt x="567794" y="59267"/>
                  <a:pt x="573668" y="54213"/>
                  <a:pt x="580494" y="50800"/>
                </a:cubicBezTo>
                <a:cubicBezTo>
                  <a:pt x="597648" y="42223"/>
                  <a:pt x="620084" y="42002"/>
                  <a:pt x="637644" y="38100"/>
                </a:cubicBezTo>
                <a:cubicBezTo>
                  <a:pt x="670212" y="30863"/>
                  <a:pt x="643370" y="30932"/>
                  <a:pt x="682094" y="25400"/>
                </a:cubicBezTo>
                <a:cubicBezTo>
                  <a:pt x="703152" y="22392"/>
                  <a:pt x="724508" y="21861"/>
                  <a:pt x="745594" y="19050"/>
                </a:cubicBezTo>
                <a:cubicBezTo>
                  <a:pt x="756292" y="17624"/>
                  <a:pt x="766677" y="14341"/>
                  <a:pt x="777344" y="12700"/>
                </a:cubicBezTo>
                <a:cubicBezTo>
                  <a:pt x="800035" y="9209"/>
                  <a:pt x="864117" y="2353"/>
                  <a:pt x="885294" y="0"/>
                </a:cubicBezTo>
                <a:lnTo>
                  <a:pt x="1253594" y="6350"/>
                </a:lnTo>
                <a:cubicBezTo>
                  <a:pt x="1302428" y="8159"/>
                  <a:pt x="1350796" y="17693"/>
                  <a:pt x="1399644" y="19050"/>
                </a:cubicBezTo>
                <a:lnTo>
                  <a:pt x="1628244" y="25400"/>
                </a:lnTo>
                <a:cubicBezTo>
                  <a:pt x="1672043" y="29050"/>
                  <a:pt x="1767161" y="37506"/>
                  <a:pt x="1806044" y="38100"/>
                </a:cubicBezTo>
                <a:lnTo>
                  <a:pt x="2536294" y="44450"/>
                </a:lnTo>
                <a:lnTo>
                  <a:pt x="2669644" y="50800"/>
                </a:lnTo>
                <a:cubicBezTo>
                  <a:pt x="2710159" y="53501"/>
                  <a:pt x="2737686" y="59699"/>
                  <a:pt x="2777594" y="63500"/>
                </a:cubicBezTo>
                <a:cubicBezTo>
                  <a:pt x="2805068" y="66117"/>
                  <a:pt x="2832641" y="67558"/>
                  <a:pt x="2860144" y="69850"/>
                </a:cubicBezTo>
                <a:lnTo>
                  <a:pt x="2929994" y="76200"/>
                </a:lnTo>
                <a:cubicBezTo>
                  <a:pt x="3050860" y="85153"/>
                  <a:pt x="3087174" y="84343"/>
                  <a:pt x="3228444" y="88900"/>
                </a:cubicBezTo>
                <a:cubicBezTo>
                  <a:pt x="3277127" y="93133"/>
                  <a:pt x="3328135" y="86147"/>
                  <a:pt x="3374494" y="101600"/>
                </a:cubicBezTo>
                <a:cubicBezTo>
                  <a:pt x="3380844" y="103717"/>
                  <a:pt x="3386861" y="107579"/>
                  <a:pt x="3393544" y="107950"/>
                </a:cubicBezTo>
                <a:cubicBezTo>
                  <a:pt x="3425245" y="109711"/>
                  <a:pt x="3457044" y="107950"/>
                  <a:pt x="3488794" y="10795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/>
          <p:nvPr/>
        </p:nvCxnSpPr>
        <p:spPr>
          <a:xfrm rot="10800000" flipV="1">
            <a:off x="857224" y="1000108"/>
            <a:ext cx="42862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57290" y="785794"/>
            <a:ext cx="3089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Web logic, Web Sphere, OC4J, Resin, JBOSS,,,</a:t>
            </a:r>
            <a:endParaRPr lang="ko-KR" altLang="en-US" sz="1100" dirty="0"/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928802"/>
            <a:ext cx="2381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TextBox 25"/>
          <p:cNvSpPr txBox="1"/>
          <p:nvPr/>
        </p:nvSpPr>
        <p:spPr>
          <a:xfrm>
            <a:off x="357158" y="2143116"/>
            <a:ext cx="9396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a.ear</a:t>
            </a:r>
          </a:p>
          <a:p>
            <a:r>
              <a:rPr lang="ko-KR" altLang="en-US" sz="1100" dirty="0" smtClean="0"/>
              <a:t>업무를 모듈</a:t>
            </a:r>
            <a:endParaRPr lang="ko-KR" altLang="en-US" sz="1100" dirty="0"/>
          </a:p>
        </p:txBody>
      </p:sp>
      <p:cxnSp>
        <p:nvCxnSpPr>
          <p:cNvPr id="28" name="직선 화살표 연결선 27"/>
          <p:cNvCxnSpPr/>
          <p:nvPr/>
        </p:nvCxnSpPr>
        <p:spPr>
          <a:xfrm rot="5400000">
            <a:off x="773721" y="1726553"/>
            <a:ext cx="106702" cy="3683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14282" y="3214686"/>
            <a:ext cx="456887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*</a:t>
            </a:r>
            <a:r>
              <a:rPr lang="ko-KR" altLang="en-US" sz="1600" dirty="0" smtClean="0"/>
              <a:t>작성순서</a:t>
            </a:r>
            <a:endParaRPr lang="en-US" altLang="ko-KR" sz="1600" dirty="0" smtClean="0"/>
          </a:p>
          <a:p>
            <a:pPr marL="342900" indent="-342900"/>
            <a:r>
              <a:rPr lang="en-US" altLang="ko-KR" sz="1600" b="1" dirty="0" smtClean="0"/>
              <a:t>1.</a:t>
            </a:r>
            <a:r>
              <a:rPr lang="ko-KR" altLang="en-US" sz="1600" b="1" dirty="0" smtClean="0"/>
              <a:t>코드 작성</a:t>
            </a:r>
            <a:r>
              <a:rPr lang="en-US" altLang="ko-KR" sz="1600" b="1" dirty="0" smtClean="0"/>
              <a:t>.</a:t>
            </a:r>
          </a:p>
          <a:p>
            <a:r>
              <a:rPr lang="en-US" altLang="ko-KR" sz="1600" dirty="0" smtClean="0"/>
              <a:t>&lt;!DOCTYPE html&gt;</a:t>
            </a:r>
          </a:p>
          <a:p>
            <a:r>
              <a:rPr lang="en-US" altLang="ko-KR" sz="1600" dirty="0" smtClean="0"/>
              <a:t>&lt;html&gt;</a:t>
            </a:r>
          </a:p>
          <a:p>
            <a:r>
              <a:rPr lang="en-US" altLang="ko-KR" sz="1600" dirty="0" smtClean="0"/>
              <a:t>   &lt;head&gt;</a:t>
            </a:r>
          </a:p>
          <a:p>
            <a:r>
              <a:rPr lang="en-US" altLang="ko-KR" sz="1600" dirty="0" smtClean="0"/>
              <a:t>       &lt;title&gt;</a:t>
            </a:r>
            <a:r>
              <a:rPr lang="ko-KR" altLang="en-US" sz="1600" dirty="0" err="1" smtClean="0"/>
              <a:t>타이틀바에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들어갈내용</a:t>
            </a:r>
            <a:r>
              <a:rPr lang="en-US" altLang="ko-KR" sz="1600" dirty="0" smtClean="0"/>
              <a:t>&lt;/title&gt;</a:t>
            </a:r>
          </a:p>
          <a:p>
            <a:r>
              <a:rPr lang="en-US" altLang="ko-KR" sz="1600" dirty="0" smtClean="0"/>
              <a:t>   &lt;/head&gt;</a:t>
            </a:r>
          </a:p>
          <a:p>
            <a:r>
              <a:rPr lang="en-US" altLang="ko-KR" sz="1600" dirty="0" smtClean="0"/>
              <a:t>   &lt;body&gt;</a:t>
            </a:r>
          </a:p>
          <a:p>
            <a:r>
              <a:rPr lang="en-US" altLang="ko-KR" sz="1600" dirty="0" smtClean="0"/>
              <a:t>       </a:t>
            </a:r>
            <a:r>
              <a:rPr lang="ko-KR" altLang="en-US" sz="1600" dirty="0" smtClean="0"/>
              <a:t>내용</a:t>
            </a:r>
            <a:endParaRPr lang="en-US" altLang="ko-KR" sz="1600" dirty="0" smtClean="0"/>
          </a:p>
          <a:p>
            <a:r>
              <a:rPr lang="en-US" altLang="ko-KR" sz="1600" dirty="0" smtClean="0"/>
              <a:t>   &lt;/body&gt;</a:t>
            </a:r>
          </a:p>
          <a:p>
            <a:r>
              <a:rPr lang="en-US" altLang="ko-KR" sz="1600" dirty="0" smtClean="0"/>
              <a:t>&lt;/html&gt;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b="1" dirty="0" smtClean="0"/>
              <a:t>2.</a:t>
            </a:r>
            <a:r>
              <a:rPr lang="ko-KR" altLang="en-US" sz="1600" b="1" dirty="0" smtClean="0"/>
              <a:t>저장</a:t>
            </a:r>
            <a:endParaRPr lang="en-US" altLang="ko-KR" sz="1600" b="1" dirty="0" smtClean="0"/>
          </a:p>
          <a:p>
            <a:pPr marL="342900" indent="-342900"/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파일명 </a:t>
            </a:r>
            <a:r>
              <a:rPr lang="en-US" altLang="ko-KR" sz="1600" dirty="0" smtClean="0"/>
              <a:t>:  </a:t>
            </a:r>
            <a:r>
              <a:rPr lang="ko-KR" altLang="en-US" sz="1600" dirty="0" smtClean="0"/>
              <a:t>이름</a:t>
            </a:r>
            <a:r>
              <a:rPr lang="en-US" altLang="ko-KR" sz="1600" b="1" dirty="0" smtClean="0"/>
              <a:t>.html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또는 이름</a:t>
            </a:r>
            <a:r>
              <a:rPr lang="en-US" altLang="ko-KR" sz="1600" b="1" dirty="0" smtClean="0"/>
              <a:t>.</a:t>
            </a:r>
            <a:r>
              <a:rPr lang="en-US" altLang="ko-KR" sz="1600" b="1" dirty="0" err="1" smtClean="0"/>
              <a:t>htm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으로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저장</a:t>
            </a:r>
            <a:endParaRPr lang="ko-KR" altLang="en-US" sz="1600" dirty="0"/>
          </a:p>
        </p:txBody>
      </p:sp>
      <p:cxnSp>
        <p:nvCxnSpPr>
          <p:cNvPr id="32" name="직선 화살표 연결선 31"/>
          <p:cNvCxnSpPr/>
          <p:nvPr/>
        </p:nvCxnSpPr>
        <p:spPr>
          <a:xfrm rot="16200000" flipH="1">
            <a:off x="3000364" y="6072206"/>
            <a:ext cx="428628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28860" y="5550115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Windows 98</a:t>
            </a:r>
            <a:r>
              <a:rPr lang="ko-KR" altLang="en-US" sz="1400" dirty="0" smtClean="0"/>
              <a:t>등 예전 </a:t>
            </a:r>
            <a:r>
              <a:rPr lang="en-US" altLang="ko-KR" sz="1400" dirty="0" smtClean="0"/>
              <a:t>OS</a:t>
            </a:r>
            <a:r>
              <a:rPr lang="ko-KR" altLang="en-US" sz="1400" dirty="0" smtClean="0"/>
              <a:t>는 </a:t>
            </a:r>
            <a:endParaRPr lang="en-US" altLang="ko-KR" sz="1400" dirty="0" smtClean="0"/>
          </a:p>
          <a:p>
            <a:r>
              <a:rPr lang="ko-KR" altLang="en-US" sz="1400" dirty="0" err="1" smtClean="0"/>
              <a:t>확장자를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3</a:t>
            </a:r>
            <a:r>
              <a:rPr lang="ko-KR" altLang="en-US" sz="1400" dirty="0" smtClean="0"/>
              <a:t>까지만 인식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29256" y="2928934"/>
            <a:ext cx="255270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5" name="자유형 34"/>
          <p:cNvSpPr/>
          <p:nvPr/>
        </p:nvSpPr>
        <p:spPr>
          <a:xfrm>
            <a:off x="4479621" y="4288980"/>
            <a:ext cx="1527479" cy="2183196"/>
          </a:xfrm>
          <a:custGeom>
            <a:avLst/>
            <a:gdLst>
              <a:gd name="connsiteX0" fmla="*/ 28879 w 1527479"/>
              <a:gd name="connsiteY0" fmla="*/ 2175320 h 2183196"/>
              <a:gd name="connsiteX1" fmla="*/ 98729 w 1527479"/>
              <a:gd name="connsiteY1" fmla="*/ 2156270 h 2183196"/>
              <a:gd name="connsiteX2" fmla="*/ 136829 w 1527479"/>
              <a:gd name="connsiteY2" fmla="*/ 2143570 h 2183196"/>
              <a:gd name="connsiteX3" fmla="*/ 187629 w 1527479"/>
              <a:gd name="connsiteY3" fmla="*/ 2130870 h 2183196"/>
              <a:gd name="connsiteX4" fmla="*/ 206679 w 1527479"/>
              <a:gd name="connsiteY4" fmla="*/ 2124520 h 2183196"/>
              <a:gd name="connsiteX5" fmla="*/ 251129 w 1527479"/>
              <a:gd name="connsiteY5" fmla="*/ 2111820 h 2183196"/>
              <a:gd name="connsiteX6" fmla="*/ 282879 w 1527479"/>
              <a:gd name="connsiteY6" fmla="*/ 2092770 h 2183196"/>
              <a:gd name="connsiteX7" fmla="*/ 346379 w 1527479"/>
              <a:gd name="connsiteY7" fmla="*/ 2073720 h 2183196"/>
              <a:gd name="connsiteX8" fmla="*/ 397179 w 1527479"/>
              <a:gd name="connsiteY8" fmla="*/ 2048320 h 2183196"/>
              <a:gd name="connsiteX9" fmla="*/ 441629 w 1527479"/>
              <a:gd name="connsiteY9" fmla="*/ 2016570 h 2183196"/>
              <a:gd name="connsiteX10" fmla="*/ 505129 w 1527479"/>
              <a:gd name="connsiteY10" fmla="*/ 1965770 h 2183196"/>
              <a:gd name="connsiteX11" fmla="*/ 549579 w 1527479"/>
              <a:gd name="connsiteY11" fmla="*/ 1934020 h 2183196"/>
              <a:gd name="connsiteX12" fmla="*/ 600379 w 1527479"/>
              <a:gd name="connsiteY12" fmla="*/ 1883220 h 2183196"/>
              <a:gd name="connsiteX13" fmla="*/ 619429 w 1527479"/>
              <a:gd name="connsiteY13" fmla="*/ 1838770 h 2183196"/>
              <a:gd name="connsiteX14" fmla="*/ 657529 w 1527479"/>
              <a:gd name="connsiteY14" fmla="*/ 1787970 h 2183196"/>
              <a:gd name="connsiteX15" fmla="*/ 676579 w 1527479"/>
              <a:gd name="connsiteY15" fmla="*/ 1749870 h 2183196"/>
              <a:gd name="connsiteX16" fmla="*/ 689279 w 1527479"/>
              <a:gd name="connsiteY16" fmla="*/ 1711770 h 2183196"/>
              <a:gd name="connsiteX17" fmla="*/ 708329 w 1527479"/>
              <a:gd name="connsiteY17" fmla="*/ 1629220 h 2183196"/>
              <a:gd name="connsiteX18" fmla="*/ 708329 w 1527479"/>
              <a:gd name="connsiteY18" fmla="*/ 1381570 h 2183196"/>
              <a:gd name="connsiteX19" fmla="*/ 676579 w 1527479"/>
              <a:gd name="connsiteY19" fmla="*/ 1305370 h 2183196"/>
              <a:gd name="connsiteX20" fmla="*/ 657529 w 1527479"/>
              <a:gd name="connsiteY20" fmla="*/ 1254570 h 2183196"/>
              <a:gd name="connsiteX21" fmla="*/ 651179 w 1527479"/>
              <a:gd name="connsiteY21" fmla="*/ 1229170 h 2183196"/>
              <a:gd name="connsiteX22" fmla="*/ 632129 w 1527479"/>
              <a:gd name="connsiteY22" fmla="*/ 1165670 h 2183196"/>
              <a:gd name="connsiteX23" fmla="*/ 619429 w 1527479"/>
              <a:gd name="connsiteY23" fmla="*/ 1089470 h 2183196"/>
              <a:gd name="connsiteX24" fmla="*/ 613079 w 1527479"/>
              <a:gd name="connsiteY24" fmla="*/ 1064070 h 2183196"/>
              <a:gd name="connsiteX25" fmla="*/ 613079 w 1527479"/>
              <a:gd name="connsiteY25" fmla="*/ 740220 h 2183196"/>
              <a:gd name="connsiteX26" fmla="*/ 619429 w 1527479"/>
              <a:gd name="connsiteY26" fmla="*/ 714820 h 2183196"/>
              <a:gd name="connsiteX27" fmla="*/ 632129 w 1527479"/>
              <a:gd name="connsiteY27" fmla="*/ 651320 h 2183196"/>
              <a:gd name="connsiteX28" fmla="*/ 644829 w 1527479"/>
              <a:gd name="connsiteY28" fmla="*/ 594170 h 2183196"/>
              <a:gd name="connsiteX29" fmla="*/ 663879 w 1527479"/>
              <a:gd name="connsiteY29" fmla="*/ 562420 h 2183196"/>
              <a:gd name="connsiteX30" fmla="*/ 676579 w 1527479"/>
              <a:gd name="connsiteY30" fmla="*/ 511620 h 2183196"/>
              <a:gd name="connsiteX31" fmla="*/ 695629 w 1527479"/>
              <a:gd name="connsiteY31" fmla="*/ 479870 h 2183196"/>
              <a:gd name="connsiteX32" fmla="*/ 714679 w 1527479"/>
              <a:gd name="connsiteY32" fmla="*/ 441770 h 2183196"/>
              <a:gd name="connsiteX33" fmla="*/ 733729 w 1527479"/>
              <a:gd name="connsiteY33" fmla="*/ 378270 h 2183196"/>
              <a:gd name="connsiteX34" fmla="*/ 746429 w 1527479"/>
              <a:gd name="connsiteY34" fmla="*/ 359220 h 2183196"/>
              <a:gd name="connsiteX35" fmla="*/ 759129 w 1527479"/>
              <a:gd name="connsiteY35" fmla="*/ 327470 h 2183196"/>
              <a:gd name="connsiteX36" fmla="*/ 771829 w 1527479"/>
              <a:gd name="connsiteY36" fmla="*/ 308420 h 2183196"/>
              <a:gd name="connsiteX37" fmla="*/ 803579 w 1527479"/>
              <a:gd name="connsiteY37" fmla="*/ 244920 h 2183196"/>
              <a:gd name="connsiteX38" fmla="*/ 816279 w 1527479"/>
              <a:gd name="connsiteY38" fmla="*/ 225870 h 2183196"/>
              <a:gd name="connsiteX39" fmla="*/ 854379 w 1527479"/>
              <a:gd name="connsiteY39" fmla="*/ 162370 h 2183196"/>
              <a:gd name="connsiteX40" fmla="*/ 879779 w 1527479"/>
              <a:gd name="connsiteY40" fmla="*/ 136970 h 2183196"/>
              <a:gd name="connsiteX41" fmla="*/ 892479 w 1527479"/>
              <a:gd name="connsiteY41" fmla="*/ 117920 h 2183196"/>
              <a:gd name="connsiteX42" fmla="*/ 917879 w 1527479"/>
              <a:gd name="connsiteY42" fmla="*/ 105220 h 2183196"/>
              <a:gd name="connsiteX43" fmla="*/ 936929 w 1527479"/>
              <a:gd name="connsiteY43" fmla="*/ 92520 h 2183196"/>
              <a:gd name="connsiteX44" fmla="*/ 1006779 w 1527479"/>
              <a:gd name="connsiteY44" fmla="*/ 73470 h 2183196"/>
              <a:gd name="connsiteX45" fmla="*/ 1025829 w 1527479"/>
              <a:gd name="connsiteY45" fmla="*/ 60770 h 2183196"/>
              <a:gd name="connsiteX46" fmla="*/ 1063929 w 1527479"/>
              <a:gd name="connsiteY46" fmla="*/ 54420 h 2183196"/>
              <a:gd name="connsiteX47" fmla="*/ 1089329 w 1527479"/>
              <a:gd name="connsiteY47" fmla="*/ 48070 h 2183196"/>
              <a:gd name="connsiteX48" fmla="*/ 1133779 w 1527479"/>
              <a:gd name="connsiteY48" fmla="*/ 22670 h 2183196"/>
              <a:gd name="connsiteX49" fmla="*/ 1152829 w 1527479"/>
              <a:gd name="connsiteY49" fmla="*/ 22670 h 2183196"/>
              <a:gd name="connsiteX50" fmla="*/ 1146479 w 1527479"/>
              <a:gd name="connsiteY50" fmla="*/ 105220 h 2183196"/>
              <a:gd name="connsiteX51" fmla="*/ 1254429 w 1527479"/>
              <a:gd name="connsiteY51" fmla="*/ 111570 h 2183196"/>
              <a:gd name="connsiteX52" fmla="*/ 1216329 w 1527479"/>
              <a:gd name="connsiteY52" fmla="*/ 124270 h 2183196"/>
              <a:gd name="connsiteX53" fmla="*/ 1197279 w 1527479"/>
              <a:gd name="connsiteY53" fmla="*/ 130620 h 2183196"/>
              <a:gd name="connsiteX54" fmla="*/ 1152829 w 1527479"/>
              <a:gd name="connsiteY54" fmla="*/ 156020 h 2183196"/>
              <a:gd name="connsiteX55" fmla="*/ 1133779 w 1527479"/>
              <a:gd name="connsiteY55" fmla="*/ 175070 h 2183196"/>
              <a:gd name="connsiteX56" fmla="*/ 1121079 w 1527479"/>
              <a:gd name="connsiteY56" fmla="*/ 213170 h 2183196"/>
              <a:gd name="connsiteX57" fmla="*/ 1114729 w 1527479"/>
              <a:gd name="connsiteY57" fmla="*/ 232220 h 2183196"/>
              <a:gd name="connsiteX58" fmla="*/ 1133779 w 1527479"/>
              <a:gd name="connsiteY58" fmla="*/ 295720 h 2183196"/>
              <a:gd name="connsiteX59" fmla="*/ 1184579 w 1527479"/>
              <a:gd name="connsiteY59" fmla="*/ 321120 h 2183196"/>
              <a:gd name="connsiteX60" fmla="*/ 1241729 w 1527479"/>
              <a:gd name="connsiteY60" fmla="*/ 359220 h 2183196"/>
              <a:gd name="connsiteX61" fmla="*/ 1260779 w 1527479"/>
              <a:gd name="connsiteY61" fmla="*/ 371920 h 2183196"/>
              <a:gd name="connsiteX62" fmla="*/ 1317929 w 1527479"/>
              <a:gd name="connsiteY62" fmla="*/ 397320 h 2183196"/>
              <a:gd name="connsiteX63" fmla="*/ 1362379 w 1527479"/>
              <a:gd name="connsiteY63" fmla="*/ 410020 h 2183196"/>
              <a:gd name="connsiteX64" fmla="*/ 1381429 w 1527479"/>
              <a:gd name="connsiteY64" fmla="*/ 416370 h 2183196"/>
              <a:gd name="connsiteX65" fmla="*/ 1356029 w 1527479"/>
              <a:gd name="connsiteY65" fmla="*/ 422720 h 2183196"/>
              <a:gd name="connsiteX66" fmla="*/ 1324279 w 1527479"/>
              <a:gd name="connsiteY66" fmla="*/ 429070 h 2183196"/>
              <a:gd name="connsiteX67" fmla="*/ 1273479 w 1527479"/>
              <a:gd name="connsiteY67" fmla="*/ 486220 h 2183196"/>
              <a:gd name="connsiteX68" fmla="*/ 1267129 w 1527479"/>
              <a:gd name="connsiteY68" fmla="*/ 505270 h 2183196"/>
              <a:gd name="connsiteX69" fmla="*/ 1273479 w 1527479"/>
              <a:gd name="connsiteY69" fmla="*/ 581470 h 2183196"/>
              <a:gd name="connsiteX70" fmla="*/ 1286179 w 1527479"/>
              <a:gd name="connsiteY70" fmla="*/ 600520 h 2183196"/>
              <a:gd name="connsiteX71" fmla="*/ 1349679 w 1527479"/>
              <a:gd name="connsiteY71" fmla="*/ 651320 h 2183196"/>
              <a:gd name="connsiteX72" fmla="*/ 1387779 w 1527479"/>
              <a:gd name="connsiteY72" fmla="*/ 676720 h 2183196"/>
              <a:gd name="connsiteX73" fmla="*/ 1406829 w 1527479"/>
              <a:gd name="connsiteY73" fmla="*/ 683070 h 2183196"/>
              <a:gd name="connsiteX74" fmla="*/ 1444929 w 1527479"/>
              <a:gd name="connsiteY74" fmla="*/ 702120 h 2183196"/>
              <a:gd name="connsiteX75" fmla="*/ 1527479 w 1527479"/>
              <a:gd name="connsiteY75" fmla="*/ 702120 h 218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527479" h="2183196">
                <a:moveTo>
                  <a:pt x="28879" y="2175320"/>
                </a:moveTo>
                <a:cubicBezTo>
                  <a:pt x="144014" y="2136942"/>
                  <a:pt x="0" y="2183196"/>
                  <a:pt x="98729" y="2156270"/>
                </a:cubicBezTo>
                <a:cubicBezTo>
                  <a:pt x="111644" y="2152748"/>
                  <a:pt x="123842" y="2146817"/>
                  <a:pt x="136829" y="2143570"/>
                </a:cubicBezTo>
                <a:cubicBezTo>
                  <a:pt x="153762" y="2139337"/>
                  <a:pt x="171070" y="2136390"/>
                  <a:pt x="187629" y="2130870"/>
                </a:cubicBezTo>
                <a:cubicBezTo>
                  <a:pt x="193979" y="2128753"/>
                  <a:pt x="200243" y="2126359"/>
                  <a:pt x="206679" y="2124520"/>
                </a:cubicBezTo>
                <a:cubicBezTo>
                  <a:pt x="216174" y="2121807"/>
                  <a:pt x="240979" y="2116895"/>
                  <a:pt x="251129" y="2111820"/>
                </a:cubicBezTo>
                <a:cubicBezTo>
                  <a:pt x="262168" y="2106300"/>
                  <a:pt x="271601" y="2097783"/>
                  <a:pt x="282879" y="2092770"/>
                </a:cubicBezTo>
                <a:cubicBezTo>
                  <a:pt x="364915" y="2056310"/>
                  <a:pt x="233046" y="2130387"/>
                  <a:pt x="346379" y="2073720"/>
                </a:cubicBezTo>
                <a:cubicBezTo>
                  <a:pt x="363312" y="2065253"/>
                  <a:pt x="383792" y="2061707"/>
                  <a:pt x="397179" y="2048320"/>
                </a:cubicBezTo>
                <a:cubicBezTo>
                  <a:pt x="430852" y="2014647"/>
                  <a:pt x="399839" y="2041644"/>
                  <a:pt x="441629" y="2016570"/>
                </a:cubicBezTo>
                <a:cubicBezTo>
                  <a:pt x="502863" y="1979830"/>
                  <a:pt x="458604" y="2005649"/>
                  <a:pt x="505129" y="1965770"/>
                </a:cubicBezTo>
                <a:cubicBezTo>
                  <a:pt x="558511" y="1920014"/>
                  <a:pt x="482675" y="1995348"/>
                  <a:pt x="549579" y="1934020"/>
                </a:cubicBezTo>
                <a:cubicBezTo>
                  <a:pt x="567232" y="1917838"/>
                  <a:pt x="600379" y="1883220"/>
                  <a:pt x="600379" y="1883220"/>
                </a:cubicBezTo>
                <a:cubicBezTo>
                  <a:pt x="607503" y="1861848"/>
                  <a:pt x="606874" y="1860741"/>
                  <a:pt x="619429" y="1838770"/>
                </a:cubicBezTo>
                <a:cubicBezTo>
                  <a:pt x="629538" y="1821079"/>
                  <a:pt x="645314" y="1803239"/>
                  <a:pt x="657529" y="1787970"/>
                </a:cubicBezTo>
                <a:cubicBezTo>
                  <a:pt x="680687" y="1718495"/>
                  <a:pt x="643753" y="1823728"/>
                  <a:pt x="676579" y="1749870"/>
                </a:cubicBezTo>
                <a:cubicBezTo>
                  <a:pt x="682016" y="1737637"/>
                  <a:pt x="686032" y="1724757"/>
                  <a:pt x="689279" y="1711770"/>
                </a:cubicBezTo>
                <a:cubicBezTo>
                  <a:pt x="704597" y="1650499"/>
                  <a:pt x="698556" y="1678086"/>
                  <a:pt x="708329" y="1629220"/>
                </a:cubicBezTo>
                <a:cubicBezTo>
                  <a:pt x="716894" y="1509305"/>
                  <a:pt x="718643" y="1531128"/>
                  <a:pt x="708329" y="1381570"/>
                </a:cubicBezTo>
                <a:cubicBezTo>
                  <a:pt x="705756" y="1344262"/>
                  <a:pt x="687728" y="1349964"/>
                  <a:pt x="676579" y="1305370"/>
                </a:cubicBezTo>
                <a:cubicBezTo>
                  <a:pt x="660280" y="1240172"/>
                  <a:pt x="682433" y="1320982"/>
                  <a:pt x="657529" y="1254570"/>
                </a:cubicBezTo>
                <a:cubicBezTo>
                  <a:pt x="654465" y="1246398"/>
                  <a:pt x="653687" y="1237529"/>
                  <a:pt x="651179" y="1229170"/>
                </a:cubicBezTo>
                <a:cubicBezTo>
                  <a:pt x="637611" y="1183944"/>
                  <a:pt x="640492" y="1203306"/>
                  <a:pt x="632129" y="1165670"/>
                </a:cubicBezTo>
                <a:cubicBezTo>
                  <a:pt x="618967" y="1106440"/>
                  <a:pt x="632682" y="1162360"/>
                  <a:pt x="619429" y="1089470"/>
                </a:cubicBezTo>
                <a:cubicBezTo>
                  <a:pt x="617868" y="1080884"/>
                  <a:pt x="615196" y="1072537"/>
                  <a:pt x="613079" y="1064070"/>
                </a:cubicBezTo>
                <a:cubicBezTo>
                  <a:pt x="597780" y="926378"/>
                  <a:pt x="602232" y="989711"/>
                  <a:pt x="613079" y="740220"/>
                </a:cubicBezTo>
                <a:cubicBezTo>
                  <a:pt x="613458" y="731501"/>
                  <a:pt x="617868" y="723406"/>
                  <a:pt x="619429" y="714820"/>
                </a:cubicBezTo>
                <a:cubicBezTo>
                  <a:pt x="650544" y="543689"/>
                  <a:pt x="610394" y="738259"/>
                  <a:pt x="632129" y="651320"/>
                </a:cubicBezTo>
                <a:cubicBezTo>
                  <a:pt x="633707" y="645008"/>
                  <a:pt x="641104" y="602551"/>
                  <a:pt x="644829" y="594170"/>
                </a:cubicBezTo>
                <a:cubicBezTo>
                  <a:pt x="649842" y="582892"/>
                  <a:pt x="657529" y="573003"/>
                  <a:pt x="663879" y="562420"/>
                </a:cubicBezTo>
                <a:cubicBezTo>
                  <a:pt x="666294" y="550344"/>
                  <a:pt x="670070" y="524637"/>
                  <a:pt x="676579" y="511620"/>
                </a:cubicBezTo>
                <a:cubicBezTo>
                  <a:pt x="682099" y="500581"/>
                  <a:pt x="690109" y="490909"/>
                  <a:pt x="695629" y="479870"/>
                </a:cubicBezTo>
                <a:cubicBezTo>
                  <a:pt x="721919" y="427290"/>
                  <a:pt x="678283" y="496365"/>
                  <a:pt x="714679" y="441770"/>
                </a:cubicBezTo>
                <a:cubicBezTo>
                  <a:pt x="720628" y="412027"/>
                  <a:pt x="719805" y="406117"/>
                  <a:pt x="733729" y="378270"/>
                </a:cubicBezTo>
                <a:cubicBezTo>
                  <a:pt x="737142" y="371444"/>
                  <a:pt x="743016" y="366046"/>
                  <a:pt x="746429" y="359220"/>
                </a:cubicBezTo>
                <a:cubicBezTo>
                  <a:pt x="751527" y="349025"/>
                  <a:pt x="754031" y="337665"/>
                  <a:pt x="759129" y="327470"/>
                </a:cubicBezTo>
                <a:cubicBezTo>
                  <a:pt x="762542" y="320644"/>
                  <a:pt x="768211" y="315140"/>
                  <a:pt x="771829" y="308420"/>
                </a:cubicBezTo>
                <a:cubicBezTo>
                  <a:pt x="783049" y="287584"/>
                  <a:pt x="790452" y="264611"/>
                  <a:pt x="803579" y="244920"/>
                </a:cubicBezTo>
                <a:cubicBezTo>
                  <a:pt x="807812" y="238570"/>
                  <a:pt x="812493" y="232496"/>
                  <a:pt x="816279" y="225870"/>
                </a:cubicBezTo>
                <a:cubicBezTo>
                  <a:pt x="829641" y="202486"/>
                  <a:pt x="833667" y="183082"/>
                  <a:pt x="854379" y="162370"/>
                </a:cubicBezTo>
                <a:cubicBezTo>
                  <a:pt x="862846" y="153903"/>
                  <a:pt x="871987" y="146061"/>
                  <a:pt x="879779" y="136970"/>
                </a:cubicBezTo>
                <a:cubicBezTo>
                  <a:pt x="884746" y="131176"/>
                  <a:pt x="886616" y="122806"/>
                  <a:pt x="892479" y="117920"/>
                </a:cubicBezTo>
                <a:cubicBezTo>
                  <a:pt x="899751" y="111860"/>
                  <a:pt x="909660" y="109916"/>
                  <a:pt x="917879" y="105220"/>
                </a:cubicBezTo>
                <a:cubicBezTo>
                  <a:pt x="924505" y="101434"/>
                  <a:pt x="929955" y="95620"/>
                  <a:pt x="936929" y="92520"/>
                </a:cubicBezTo>
                <a:cubicBezTo>
                  <a:pt x="963296" y="80801"/>
                  <a:pt x="979617" y="78902"/>
                  <a:pt x="1006779" y="73470"/>
                </a:cubicBezTo>
                <a:cubicBezTo>
                  <a:pt x="1013129" y="69237"/>
                  <a:pt x="1018589" y="63183"/>
                  <a:pt x="1025829" y="60770"/>
                </a:cubicBezTo>
                <a:cubicBezTo>
                  <a:pt x="1038043" y="56699"/>
                  <a:pt x="1051304" y="56945"/>
                  <a:pt x="1063929" y="54420"/>
                </a:cubicBezTo>
                <a:cubicBezTo>
                  <a:pt x="1072487" y="52708"/>
                  <a:pt x="1080862" y="50187"/>
                  <a:pt x="1089329" y="48070"/>
                </a:cubicBezTo>
                <a:cubicBezTo>
                  <a:pt x="1106512" y="36615"/>
                  <a:pt x="1113638" y="30727"/>
                  <a:pt x="1133779" y="22670"/>
                </a:cubicBezTo>
                <a:cubicBezTo>
                  <a:pt x="1190454" y="0"/>
                  <a:pt x="1176556" y="6852"/>
                  <a:pt x="1152829" y="22670"/>
                </a:cubicBezTo>
                <a:cubicBezTo>
                  <a:pt x="1149428" y="32872"/>
                  <a:pt x="1122547" y="94584"/>
                  <a:pt x="1146479" y="105220"/>
                </a:cubicBezTo>
                <a:cubicBezTo>
                  <a:pt x="1179418" y="119859"/>
                  <a:pt x="1218446" y="109453"/>
                  <a:pt x="1254429" y="111570"/>
                </a:cubicBezTo>
                <a:lnTo>
                  <a:pt x="1216329" y="124270"/>
                </a:lnTo>
                <a:cubicBezTo>
                  <a:pt x="1209979" y="126387"/>
                  <a:pt x="1203266" y="127627"/>
                  <a:pt x="1197279" y="130620"/>
                </a:cubicBezTo>
                <a:cubicBezTo>
                  <a:pt x="1181752" y="138384"/>
                  <a:pt x="1166292" y="144801"/>
                  <a:pt x="1152829" y="156020"/>
                </a:cubicBezTo>
                <a:cubicBezTo>
                  <a:pt x="1145930" y="161769"/>
                  <a:pt x="1140129" y="168720"/>
                  <a:pt x="1133779" y="175070"/>
                </a:cubicBezTo>
                <a:lnTo>
                  <a:pt x="1121079" y="213170"/>
                </a:lnTo>
                <a:lnTo>
                  <a:pt x="1114729" y="232220"/>
                </a:lnTo>
                <a:cubicBezTo>
                  <a:pt x="1116928" y="247613"/>
                  <a:pt x="1115444" y="282885"/>
                  <a:pt x="1133779" y="295720"/>
                </a:cubicBezTo>
                <a:cubicBezTo>
                  <a:pt x="1149289" y="306577"/>
                  <a:pt x="1168827" y="310618"/>
                  <a:pt x="1184579" y="321120"/>
                </a:cubicBezTo>
                <a:lnTo>
                  <a:pt x="1241729" y="359220"/>
                </a:lnTo>
                <a:cubicBezTo>
                  <a:pt x="1248079" y="363453"/>
                  <a:pt x="1253539" y="369507"/>
                  <a:pt x="1260779" y="371920"/>
                </a:cubicBezTo>
                <a:cubicBezTo>
                  <a:pt x="1359073" y="404685"/>
                  <a:pt x="1257552" y="367131"/>
                  <a:pt x="1317929" y="397320"/>
                </a:cubicBezTo>
                <a:cubicBezTo>
                  <a:pt x="1328079" y="402395"/>
                  <a:pt x="1352884" y="407307"/>
                  <a:pt x="1362379" y="410020"/>
                </a:cubicBezTo>
                <a:cubicBezTo>
                  <a:pt x="1368815" y="411859"/>
                  <a:pt x="1375079" y="414253"/>
                  <a:pt x="1381429" y="416370"/>
                </a:cubicBezTo>
                <a:cubicBezTo>
                  <a:pt x="1372962" y="418487"/>
                  <a:pt x="1364548" y="420827"/>
                  <a:pt x="1356029" y="422720"/>
                </a:cubicBezTo>
                <a:cubicBezTo>
                  <a:pt x="1345493" y="425061"/>
                  <a:pt x="1334142" y="424687"/>
                  <a:pt x="1324279" y="429070"/>
                </a:cubicBezTo>
                <a:cubicBezTo>
                  <a:pt x="1303892" y="438131"/>
                  <a:pt x="1279910" y="466928"/>
                  <a:pt x="1273479" y="486220"/>
                </a:cubicBezTo>
                <a:lnTo>
                  <a:pt x="1267129" y="505270"/>
                </a:lnTo>
                <a:cubicBezTo>
                  <a:pt x="1269246" y="530670"/>
                  <a:pt x="1268480" y="556477"/>
                  <a:pt x="1273479" y="581470"/>
                </a:cubicBezTo>
                <a:cubicBezTo>
                  <a:pt x="1274976" y="588954"/>
                  <a:pt x="1281109" y="594816"/>
                  <a:pt x="1286179" y="600520"/>
                </a:cubicBezTo>
                <a:cubicBezTo>
                  <a:pt x="1335293" y="655773"/>
                  <a:pt x="1305938" y="625075"/>
                  <a:pt x="1349679" y="651320"/>
                </a:cubicBezTo>
                <a:cubicBezTo>
                  <a:pt x="1362767" y="659173"/>
                  <a:pt x="1373299" y="671893"/>
                  <a:pt x="1387779" y="676720"/>
                </a:cubicBezTo>
                <a:cubicBezTo>
                  <a:pt x="1394129" y="678837"/>
                  <a:pt x="1400842" y="680077"/>
                  <a:pt x="1406829" y="683070"/>
                </a:cubicBezTo>
                <a:cubicBezTo>
                  <a:pt x="1422271" y="690791"/>
                  <a:pt x="1426688" y="700980"/>
                  <a:pt x="1444929" y="702120"/>
                </a:cubicBezTo>
                <a:cubicBezTo>
                  <a:pt x="1472392" y="703836"/>
                  <a:pt x="1499962" y="702120"/>
                  <a:pt x="1527479" y="702120"/>
                </a:cubicBezTo>
              </a:path>
            </a:pathLst>
          </a:cu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/>
          <p:cNvCxnSpPr/>
          <p:nvPr/>
        </p:nvCxnSpPr>
        <p:spPr>
          <a:xfrm rot="10800000" flipV="1">
            <a:off x="6643702" y="4429132"/>
            <a:ext cx="428628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00892" y="4286256"/>
            <a:ext cx="23903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 smtClean="0"/>
              <a:t>webapp</a:t>
            </a:r>
            <a:r>
              <a:rPr lang="en-US" altLang="ko-KR" sz="1100" dirty="0" smtClean="0"/>
              <a:t> </a:t>
            </a:r>
            <a:r>
              <a:rPr lang="ko-KR" altLang="en-US" sz="1100" dirty="0" err="1" smtClean="0"/>
              <a:t>디렉토리</a:t>
            </a:r>
            <a:r>
              <a:rPr lang="ko-KR" altLang="en-US" sz="1100" dirty="0" smtClean="0"/>
              <a:t> 하위에</a:t>
            </a:r>
            <a:endParaRPr lang="en-US" altLang="ko-KR" sz="1100" dirty="0" smtClean="0"/>
          </a:p>
          <a:p>
            <a:r>
              <a:rPr lang="en-US" altLang="ko-KR" sz="1100" dirty="0"/>
              <a:t> </a:t>
            </a:r>
            <a:r>
              <a:rPr lang="ko-KR" altLang="en-US" sz="1100" dirty="0" smtClean="0"/>
              <a:t>폴더를 만들고 </a:t>
            </a:r>
            <a:r>
              <a:rPr lang="en-US" altLang="ko-KR" sz="1100" dirty="0" smtClean="0"/>
              <a:t>HTML</a:t>
            </a:r>
            <a:r>
              <a:rPr lang="ko-KR" altLang="en-US" sz="1100" dirty="0" smtClean="0"/>
              <a:t>를 저장한다</a:t>
            </a:r>
            <a:r>
              <a:rPr lang="en-US" altLang="ko-KR" sz="1100" dirty="0" smtClean="0"/>
              <a:t>. 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571996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3. Web Server </a:t>
            </a:r>
            <a:r>
              <a:rPr lang="ko-KR" altLang="en-US" sz="1600" dirty="0" smtClean="0"/>
              <a:t>실행</a:t>
            </a:r>
            <a:r>
              <a:rPr lang="en-US" altLang="ko-KR" sz="1600" dirty="0" smtClean="0"/>
              <a:t>( eclipse </a:t>
            </a:r>
            <a:r>
              <a:rPr lang="ko-KR" altLang="en-US" sz="1600" dirty="0" smtClean="0"/>
              <a:t>자동으로 실행  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4.</a:t>
            </a:r>
            <a:r>
              <a:rPr lang="ko-KR" altLang="en-US" sz="1600" dirty="0" smtClean="0"/>
              <a:t>요청 </a:t>
            </a:r>
            <a:r>
              <a:rPr lang="en-US" altLang="ko-KR" sz="1600" dirty="0" smtClean="0"/>
              <a:t>URL</a:t>
            </a:r>
            <a:r>
              <a:rPr lang="ko-KR" altLang="en-US" sz="1600" dirty="0" smtClean="0"/>
              <a:t>을 사용하여 </a:t>
            </a:r>
            <a:r>
              <a:rPr lang="en-US" altLang="ko-KR" sz="1600" dirty="0" smtClean="0"/>
              <a:t>web server ( WAS )</a:t>
            </a:r>
            <a:r>
              <a:rPr lang="ko-KR" altLang="en-US" sz="1600" dirty="0" smtClean="0"/>
              <a:t>에 요청 을 한다</a:t>
            </a:r>
            <a:r>
              <a:rPr lang="en-US" altLang="ko-KR" sz="1600" dirty="0" smtClean="0"/>
              <a:t>. </a:t>
            </a:r>
          </a:p>
          <a:p>
            <a:r>
              <a:rPr lang="en-US" altLang="ko-KR" sz="1600" dirty="0" smtClean="0"/>
              <a:t>    http://localhost:8080/html_prj/day1023/hello.html</a:t>
            </a:r>
            <a:endParaRPr lang="ko-KR" altLang="en-US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714356"/>
            <a:ext cx="1128927" cy="83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폭발 2 4"/>
          <p:cNvSpPr/>
          <p:nvPr/>
        </p:nvSpPr>
        <p:spPr>
          <a:xfrm>
            <a:off x="1500166" y="1142984"/>
            <a:ext cx="214314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714356"/>
            <a:ext cx="4143404" cy="146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직선 화살표 연결선 6"/>
          <p:cNvCxnSpPr/>
          <p:nvPr/>
        </p:nvCxnSpPr>
        <p:spPr>
          <a:xfrm>
            <a:off x="3000364" y="571480"/>
            <a:ext cx="642942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3571876"/>
            <a:ext cx="8383587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직사각형 8"/>
          <p:cNvSpPr/>
          <p:nvPr/>
        </p:nvSpPr>
        <p:spPr>
          <a:xfrm>
            <a:off x="428596" y="4929198"/>
            <a:ext cx="1214446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-38100" y="3467100"/>
            <a:ext cx="6729439" cy="2413000"/>
          </a:xfrm>
          <a:custGeom>
            <a:avLst/>
            <a:gdLst>
              <a:gd name="connsiteX0" fmla="*/ 165100 w 6729439"/>
              <a:gd name="connsiteY0" fmla="*/ 0 h 2413000"/>
              <a:gd name="connsiteX1" fmla="*/ 209550 w 6729439"/>
              <a:gd name="connsiteY1" fmla="*/ 12700 h 2413000"/>
              <a:gd name="connsiteX2" fmla="*/ 234950 w 6729439"/>
              <a:gd name="connsiteY2" fmla="*/ 25400 h 2413000"/>
              <a:gd name="connsiteX3" fmla="*/ 254000 w 6729439"/>
              <a:gd name="connsiteY3" fmla="*/ 31750 h 2413000"/>
              <a:gd name="connsiteX4" fmla="*/ 292100 w 6729439"/>
              <a:gd name="connsiteY4" fmla="*/ 63500 h 2413000"/>
              <a:gd name="connsiteX5" fmla="*/ 330200 w 6729439"/>
              <a:gd name="connsiteY5" fmla="*/ 82550 h 2413000"/>
              <a:gd name="connsiteX6" fmla="*/ 368300 w 6729439"/>
              <a:gd name="connsiteY6" fmla="*/ 107950 h 2413000"/>
              <a:gd name="connsiteX7" fmla="*/ 406400 w 6729439"/>
              <a:gd name="connsiteY7" fmla="*/ 127000 h 2413000"/>
              <a:gd name="connsiteX8" fmla="*/ 425450 w 6729439"/>
              <a:gd name="connsiteY8" fmla="*/ 133350 h 2413000"/>
              <a:gd name="connsiteX9" fmla="*/ 469900 w 6729439"/>
              <a:gd name="connsiteY9" fmla="*/ 165100 h 2413000"/>
              <a:gd name="connsiteX10" fmla="*/ 488950 w 6729439"/>
              <a:gd name="connsiteY10" fmla="*/ 177800 h 2413000"/>
              <a:gd name="connsiteX11" fmla="*/ 514350 w 6729439"/>
              <a:gd name="connsiteY11" fmla="*/ 209550 h 2413000"/>
              <a:gd name="connsiteX12" fmla="*/ 558800 w 6729439"/>
              <a:gd name="connsiteY12" fmla="*/ 241300 h 2413000"/>
              <a:gd name="connsiteX13" fmla="*/ 565150 w 6729439"/>
              <a:gd name="connsiteY13" fmla="*/ 285750 h 2413000"/>
              <a:gd name="connsiteX14" fmla="*/ 520700 w 6729439"/>
              <a:gd name="connsiteY14" fmla="*/ 260350 h 2413000"/>
              <a:gd name="connsiteX15" fmla="*/ 488950 w 6729439"/>
              <a:gd name="connsiteY15" fmla="*/ 254000 h 2413000"/>
              <a:gd name="connsiteX16" fmla="*/ 368300 w 6729439"/>
              <a:gd name="connsiteY16" fmla="*/ 260350 h 2413000"/>
              <a:gd name="connsiteX17" fmla="*/ 349250 w 6729439"/>
              <a:gd name="connsiteY17" fmla="*/ 266700 h 2413000"/>
              <a:gd name="connsiteX18" fmla="*/ 330200 w 6729439"/>
              <a:gd name="connsiteY18" fmla="*/ 285750 h 2413000"/>
              <a:gd name="connsiteX19" fmla="*/ 304800 w 6729439"/>
              <a:gd name="connsiteY19" fmla="*/ 304800 h 2413000"/>
              <a:gd name="connsiteX20" fmla="*/ 273050 w 6729439"/>
              <a:gd name="connsiteY20" fmla="*/ 349250 h 2413000"/>
              <a:gd name="connsiteX21" fmla="*/ 266700 w 6729439"/>
              <a:gd name="connsiteY21" fmla="*/ 368300 h 2413000"/>
              <a:gd name="connsiteX22" fmla="*/ 254000 w 6729439"/>
              <a:gd name="connsiteY22" fmla="*/ 393700 h 2413000"/>
              <a:gd name="connsiteX23" fmla="*/ 247650 w 6729439"/>
              <a:gd name="connsiteY23" fmla="*/ 419100 h 2413000"/>
              <a:gd name="connsiteX24" fmla="*/ 234950 w 6729439"/>
              <a:gd name="connsiteY24" fmla="*/ 457200 h 2413000"/>
              <a:gd name="connsiteX25" fmla="*/ 215900 w 6729439"/>
              <a:gd name="connsiteY25" fmla="*/ 577850 h 2413000"/>
              <a:gd name="connsiteX26" fmla="*/ 209550 w 6729439"/>
              <a:gd name="connsiteY26" fmla="*/ 673100 h 2413000"/>
              <a:gd name="connsiteX27" fmla="*/ 203200 w 6729439"/>
              <a:gd name="connsiteY27" fmla="*/ 723900 h 2413000"/>
              <a:gd name="connsiteX28" fmla="*/ 184150 w 6729439"/>
              <a:gd name="connsiteY28" fmla="*/ 819150 h 2413000"/>
              <a:gd name="connsiteX29" fmla="*/ 177800 w 6729439"/>
              <a:gd name="connsiteY29" fmla="*/ 901700 h 2413000"/>
              <a:gd name="connsiteX30" fmla="*/ 171450 w 6729439"/>
              <a:gd name="connsiteY30" fmla="*/ 933450 h 2413000"/>
              <a:gd name="connsiteX31" fmla="*/ 165100 w 6729439"/>
              <a:gd name="connsiteY31" fmla="*/ 977900 h 2413000"/>
              <a:gd name="connsiteX32" fmla="*/ 152400 w 6729439"/>
              <a:gd name="connsiteY32" fmla="*/ 1092200 h 2413000"/>
              <a:gd name="connsiteX33" fmla="*/ 146050 w 6729439"/>
              <a:gd name="connsiteY33" fmla="*/ 1111250 h 2413000"/>
              <a:gd name="connsiteX34" fmla="*/ 139700 w 6729439"/>
              <a:gd name="connsiteY34" fmla="*/ 1149350 h 2413000"/>
              <a:gd name="connsiteX35" fmla="*/ 127000 w 6729439"/>
              <a:gd name="connsiteY35" fmla="*/ 1187450 h 2413000"/>
              <a:gd name="connsiteX36" fmla="*/ 114300 w 6729439"/>
              <a:gd name="connsiteY36" fmla="*/ 1238250 h 2413000"/>
              <a:gd name="connsiteX37" fmla="*/ 101600 w 6729439"/>
              <a:gd name="connsiteY37" fmla="*/ 1263650 h 2413000"/>
              <a:gd name="connsiteX38" fmla="*/ 88900 w 6729439"/>
              <a:gd name="connsiteY38" fmla="*/ 1301750 h 2413000"/>
              <a:gd name="connsiteX39" fmla="*/ 82550 w 6729439"/>
              <a:gd name="connsiteY39" fmla="*/ 1327150 h 2413000"/>
              <a:gd name="connsiteX40" fmla="*/ 69850 w 6729439"/>
              <a:gd name="connsiteY40" fmla="*/ 1352550 h 2413000"/>
              <a:gd name="connsiteX41" fmla="*/ 57150 w 6729439"/>
              <a:gd name="connsiteY41" fmla="*/ 1397000 h 2413000"/>
              <a:gd name="connsiteX42" fmla="*/ 44450 w 6729439"/>
              <a:gd name="connsiteY42" fmla="*/ 1422400 h 2413000"/>
              <a:gd name="connsiteX43" fmla="*/ 25400 w 6729439"/>
              <a:gd name="connsiteY43" fmla="*/ 1479550 h 2413000"/>
              <a:gd name="connsiteX44" fmla="*/ 19050 w 6729439"/>
              <a:gd name="connsiteY44" fmla="*/ 1498600 h 2413000"/>
              <a:gd name="connsiteX45" fmla="*/ 12700 w 6729439"/>
              <a:gd name="connsiteY45" fmla="*/ 1517650 h 2413000"/>
              <a:gd name="connsiteX46" fmla="*/ 0 w 6729439"/>
              <a:gd name="connsiteY46" fmla="*/ 1568450 h 2413000"/>
              <a:gd name="connsiteX47" fmla="*/ 6350 w 6729439"/>
              <a:gd name="connsiteY47" fmla="*/ 1746250 h 2413000"/>
              <a:gd name="connsiteX48" fmla="*/ 25400 w 6729439"/>
              <a:gd name="connsiteY48" fmla="*/ 1828800 h 2413000"/>
              <a:gd name="connsiteX49" fmla="*/ 50800 w 6729439"/>
              <a:gd name="connsiteY49" fmla="*/ 1917700 h 2413000"/>
              <a:gd name="connsiteX50" fmla="*/ 57150 w 6729439"/>
              <a:gd name="connsiteY50" fmla="*/ 1936750 h 2413000"/>
              <a:gd name="connsiteX51" fmla="*/ 69850 w 6729439"/>
              <a:gd name="connsiteY51" fmla="*/ 1981200 h 2413000"/>
              <a:gd name="connsiteX52" fmla="*/ 95250 w 6729439"/>
              <a:gd name="connsiteY52" fmla="*/ 2025650 h 2413000"/>
              <a:gd name="connsiteX53" fmla="*/ 107950 w 6729439"/>
              <a:gd name="connsiteY53" fmla="*/ 2063750 h 2413000"/>
              <a:gd name="connsiteX54" fmla="*/ 114300 w 6729439"/>
              <a:gd name="connsiteY54" fmla="*/ 2082800 h 2413000"/>
              <a:gd name="connsiteX55" fmla="*/ 127000 w 6729439"/>
              <a:gd name="connsiteY55" fmla="*/ 2101850 h 2413000"/>
              <a:gd name="connsiteX56" fmla="*/ 165100 w 6729439"/>
              <a:gd name="connsiteY56" fmla="*/ 2133600 h 2413000"/>
              <a:gd name="connsiteX57" fmla="*/ 184150 w 6729439"/>
              <a:gd name="connsiteY57" fmla="*/ 2152650 h 2413000"/>
              <a:gd name="connsiteX58" fmla="*/ 228600 w 6729439"/>
              <a:gd name="connsiteY58" fmla="*/ 2178050 h 2413000"/>
              <a:gd name="connsiteX59" fmla="*/ 260350 w 6729439"/>
              <a:gd name="connsiteY59" fmla="*/ 2190750 h 2413000"/>
              <a:gd name="connsiteX60" fmla="*/ 285750 w 6729439"/>
              <a:gd name="connsiteY60" fmla="*/ 2203450 h 2413000"/>
              <a:gd name="connsiteX61" fmla="*/ 304800 w 6729439"/>
              <a:gd name="connsiteY61" fmla="*/ 2209800 h 2413000"/>
              <a:gd name="connsiteX62" fmla="*/ 323850 w 6729439"/>
              <a:gd name="connsiteY62" fmla="*/ 2222500 h 2413000"/>
              <a:gd name="connsiteX63" fmla="*/ 361950 w 6729439"/>
              <a:gd name="connsiteY63" fmla="*/ 2228850 h 2413000"/>
              <a:gd name="connsiteX64" fmla="*/ 400050 w 6729439"/>
              <a:gd name="connsiteY64" fmla="*/ 2241550 h 2413000"/>
              <a:gd name="connsiteX65" fmla="*/ 438150 w 6729439"/>
              <a:gd name="connsiteY65" fmla="*/ 2260600 h 2413000"/>
              <a:gd name="connsiteX66" fmla="*/ 476250 w 6729439"/>
              <a:gd name="connsiteY66" fmla="*/ 2273300 h 2413000"/>
              <a:gd name="connsiteX67" fmla="*/ 495300 w 6729439"/>
              <a:gd name="connsiteY67" fmla="*/ 2279650 h 2413000"/>
              <a:gd name="connsiteX68" fmla="*/ 527050 w 6729439"/>
              <a:gd name="connsiteY68" fmla="*/ 2286000 h 2413000"/>
              <a:gd name="connsiteX69" fmla="*/ 565150 w 6729439"/>
              <a:gd name="connsiteY69" fmla="*/ 2298700 h 2413000"/>
              <a:gd name="connsiteX70" fmla="*/ 584200 w 6729439"/>
              <a:gd name="connsiteY70" fmla="*/ 2305050 h 2413000"/>
              <a:gd name="connsiteX71" fmla="*/ 647700 w 6729439"/>
              <a:gd name="connsiteY71" fmla="*/ 2317750 h 2413000"/>
              <a:gd name="connsiteX72" fmla="*/ 800100 w 6729439"/>
              <a:gd name="connsiteY72" fmla="*/ 2305050 h 2413000"/>
              <a:gd name="connsiteX73" fmla="*/ 863600 w 6729439"/>
              <a:gd name="connsiteY73" fmla="*/ 2279650 h 2413000"/>
              <a:gd name="connsiteX74" fmla="*/ 889000 w 6729439"/>
              <a:gd name="connsiteY74" fmla="*/ 2273300 h 2413000"/>
              <a:gd name="connsiteX75" fmla="*/ 908050 w 6729439"/>
              <a:gd name="connsiteY75" fmla="*/ 2266950 h 2413000"/>
              <a:gd name="connsiteX76" fmla="*/ 1041400 w 6729439"/>
              <a:gd name="connsiteY76" fmla="*/ 2260600 h 2413000"/>
              <a:gd name="connsiteX77" fmla="*/ 1003300 w 6729439"/>
              <a:gd name="connsiteY77" fmla="*/ 2273300 h 2413000"/>
              <a:gd name="connsiteX78" fmla="*/ 984250 w 6729439"/>
              <a:gd name="connsiteY78" fmla="*/ 2279650 h 2413000"/>
              <a:gd name="connsiteX79" fmla="*/ 977900 w 6729439"/>
              <a:gd name="connsiteY79" fmla="*/ 2305050 h 2413000"/>
              <a:gd name="connsiteX80" fmla="*/ 971550 w 6729439"/>
              <a:gd name="connsiteY80" fmla="*/ 2324100 h 2413000"/>
              <a:gd name="connsiteX81" fmla="*/ 1003300 w 6729439"/>
              <a:gd name="connsiteY81" fmla="*/ 2349500 h 2413000"/>
              <a:gd name="connsiteX82" fmla="*/ 1022350 w 6729439"/>
              <a:gd name="connsiteY82" fmla="*/ 2362200 h 2413000"/>
              <a:gd name="connsiteX83" fmla="*/ 1054100 w 6729439"/>
              <a:gd name="connsiteY83" fmla="*/ 2368550 h 2413000"/>
              <a:gd name="connsiteX84" fmla="*/ 1149350 w 6729439"/>
              <a:gd name="connsiteY84" fmla="*/ 2381250 h 2413000"/>
              <a:gd name="connsiteX85" fmla="*/ 1193800 w 6729439"/>
              <a:gd name="connsiteY85" fmla="*/ 2393950 h 2413000"/>
              <a:gd name="connsiteX86" fmla="*/ 1244600 w 6729439"/>
              <a:gd name="connsiteY86" fmla="*/ 2400300 h 2413000"/>
              <a:gd name="connsiteX87" fmla="*/ 1270000 w 6729439"/>
              <a:gd name="connsiteY87" fmla="*/ 2406650 h 2413000"/>
              <a:gd name="connsiteX88" fmla="*/ 1358900 w 6729439"/>
              <a:gd name="connsiteY88" fmla="*/ 2413000 h 2413000"/>
              <a:gd name="connsiteX89" fmla="*/ 1689100 w 6729439"/>
              <a:gd name="connsiteY89" fmla="*/ 2406650 h 2413000"/>
              <a:gd name="connsiteX90" fmla="*/ 1758950 w 6729439"/>
              <a:gd name="connsiteY90" fmla="*/ 2393950 h 2413000"/>
              <a:gd name="connsiteX91" fmla="*/ 1797050 w 6729439"/>
              <a:gd name="connsiteY91" fmla="*/ 2387600 h 2413000"/>
              <a:gd name="connsiteX92" fmla="*/ 1905000 w 6729439"/>
              <a:gd name="connsiteY92" fmla="*/ 2374900 h 2413000"/>
              <a:gd name="connsiteX93" fmla="*/ 1955800 w 6729439"/>
              <a:gd name="connsiteY93" fmla="*/ 2368550 h 2413000"/>
              <a:gd name="connsiteX94" fmla="*/ 2063750 w 6729439"/>
              <a:gd name="connsiteY94" fmla="*/ 2355850 h 2413000"/>
              <a:gd name="connsiteX95" fmla="*/ 2082800 w 6729439"/>
              <a:gd name="connsiteY95" fmla="*/ 2349500 h 2413000"/>
              <a:gd name="connsiteX96" fmla="*/ 2184400 w 6729439"/>
              <a:gd name="connsiteY96" fmla="*/ 2330450 h 2413000"/>
              <a:gd name="connsiteX97" fmla="*/ 2203450 w 6729439"/>
              <a:gd name="connsiteY97" fmla="*/ 2324100 h 2413000"/>
              <a:gd name="connsiteX98" fmla="*/ 2266950 w 6729439"/>
              <a:gd name="connsiteY98" fmla="*/ 2298700 h 2413000"/>
              <a:gd name="connsiteX99" fmla="*/ 2324100 w 6729439"/>
              <a:gd name="connsiteY99" fmla="*/ 2279650 h 2413000"/>
              <a:gd name="connsiteX100" fmla="*/ 2368550 w 6729439"/>
              <a:gd name="connsiteY100" fmla="*/ 2266950 h 2413000"/>
              <a:gd name="connsiteX101" fmla="*/ 2432050 w 6729439"/>
              <a:gd name="connsiteY101" fmla="*/ 2228850 h 2413000"/>
              <a:gd name="connsiteX102" fmla="*/ 2482850 w 6729439"/>
              <a:gd name="connsiteY102" fmla="*/ 2209800 h 2413000"/>
              <a:gd name="connsiteX103" fmla="*/ 2514600 w 6729439"/>
              <a:gd name="connsiteY103" fmla="*/ 2190750 h 2413000"/>
              <a:gd name="connsiteX104" fmla="*/ 2533650 w 6729439"/>
              <a:gd name="connsiteY104" fmla="*/ 2178050 h 2413000"/>
              <a:gd name="connsiteX105" fmla="*/ 2584450 w 6729439"/>
              <a:gd name="connsiteY105" fmla="*/ 2159000 h 2413000"/>
              <a:gd name="connsiteX106" fmla="*/ 2603500 w 6729439"/>
              <a:gd name="connsiteY106" fmla="*/ 2146300 h 2413000"/>
              <a:gd name="connsiteX107" fmla="*/ 2654300 w 6729439"/>
              <a:gd name="connsiteY107" fmla="*/ 2108200 h 2413000"/>
              <a:gd name="connsiteX108" fmla="*/ 2686050 w 6729439"/>
              <a:gd name="connsiteY108" fmla="*/ 2095500 h 2413000"/>
              <a:gd name="connsiteX109" fmla="*/ 2768600 w 6729439"/>
              <a:gd name="connsiteY109" fmla="*/ 2057400 h 2413000"/>
              <a:gd name="connsiteX110" fmla="*/ 2794000 w 6729439"/>
              <a:gd name="connsiteY110" fmla="*/ 2051050 h 2413000"/>
              <a:gd name="connsiteX111" fmla="*/ 2838450 w 6729439"/>
              <a:gd name="connsiteY111" fmla="*/ 2032000 h 2413000"/>
              <a:gd name="connsiteX112" fmla="*/ 2863850 w 6729439"/>
              <a:gd name="connsiteY112" fmla="*/ 2019300 h 2413000"/>
              <a:gd name="connsiteX113" fmla="*/ 2895600 w 6729439"/>
              <a:gd name="connsiteY113" fmla="*/ 2006600 h 2413000"/>
              <a:gd name="connsiteX114" fmla="*/ 2914650 w 6729439"/>
              <a:gd name="connsiteY114" fmla="*/ 2000250 h 2413000"/>
              <a:gd name="connsiteX115" fmla="*/ 2971800 w 6729439"/>
              <a:gd name="connsiteY115" fmla="*/ 1993900 h 2413000"/>
              <a:gd name="connsiteX116" fmla="*/ 3028950 w 6729439"/>
              <a:gd name="connsiteY116" fmla="*/ 1981200 h 2413000"/>
              <a:gd name="connsiteX117" fmla="*/ 3054350 w 6729439"/>
              <a:gd name="connsiteY117" fmla="*/ 1974850 h 2413000"/>
              <a:gd name="connsiteX118" fmla="*/ 3086100 w 6729439"/>
              <a:gd name="connsiteY118" fmla="*/ 1968500 h 2413000"/>
              <a:gd name="connsiteX119" fmla="*/ 3111500 w 6729439"/>
              <a:gd name="connsiteY119" fmla="*/ 1962150 h 2413000"/>
              <a:gd name="connsiteX120" fmla="*/ 3187700 w 6729439"/>
              <a:gd name="connsiteY120" fmla="*/ 1949450 h 2413000"/>
              <a:gd name="connsiteX121" fmla="*/ 3232150 w 6729439"/>
              <a:gd name="connsiteY121" fmla="*/ 1936750 h 2413000"/>
              <a:gd name="connsiteX122" fmla="*/ 3302000 w 6729439"/>
              <a:gd name="connsiteY122" fmla="*/ 1930400 h 2413000"/>
              <a:gd name="connsiteX123" fmla="*/ 3333750 w 6729439"/>
              <a:gd name="connsiteY123" fmla="*/ 1924050 h 2413000"/>
              <a:gd name="connsiteX124" fmla="*/ 3416300 w 6729439"/>
              <a:gd name="connsiteY124" fmla="*/ 1911350 h 2413000"/>
              <a:gd name="connsiteX125" fmla="*/ 3448050 w 6729439"/>
              <a:gd name="connsiteY125" fmla="*/ 1905000 h 2413000"/>
              <a:gd name="connsiteX126" fmla="*/ 3505200 w 6729439"/>
              <a:gd name="connsiteY126" fmla="*/ 1892300 h 2413000"/>
              <a:gd name="connsiteX127" fmla="*/ 3594100 w 6729439"/>
              <a:gd name="connsiteY127" fmla="*/ 1879600 h 2413000"/>
              <a:gd name="connsiteX128" fmla="*/ 3695700 w 6729439"/>
              <a:gd name="connsiteY128" fmla="*/ 1860550 h 2413000"/>
              <a:gd name="connsiteX129" fmla="*/ 3778250 w 6729439"/>
              <a:gd name="connsiteY129" fmla="*/ 1841500 h 2413000"/>
              <a:gd name="connsiteX130" fmla="*/ 3822700 w 6729439"/>
              <a:gd name="connsiteY130" fmla="*/ 1835150 h 2413000"/>
              <a:gd name="connsiteX131" fmla="*/ 3867150 w 6729439"/>
              <a:gd name="connsiteY131" fmla="*/ 1822450 h 2413000"/>
              <a:gd name="connsiteX132" fmla="*/ 3911600 w 6729439"/>
              <a:gd name="connsiteY132" fmla="*/ 1816100 h 2413000"/>
              <a:gd name="connsiteX133" fmla="*/ 3994150 w 6729439"/>
              <a:gd name="connsiteY133" fmla="*/ 1803400 h 2413000"/>
              <a:gd name="connsiteX134" fmla="*/ 4324350 w 6729439"/>
              <a:gd name="connsiteY134" fmla="*/ 1809750 h 2413000"/>
              <a:gd name="connsiteX135" fmla="*/ 4445000 w 6729439"/>
              <a:gd name="connsiteY135" fmla="*/ 1822450 h 2413000"/>
              <a:gd name="connsiteX136" fmla="*/ 4622800 w 6729439"/>
              <a:gd name="connsiteY136" fmla="*/ 1828800 h 2413000"/>
              <a:gd name="connsiteX137" fmla="*/ 4781550 w 6729439"/>
              <a:gd name="connsiteY137" fmla="*/ 1835150 h 2413000"/>
              <a:gd name="connsiteX138" fmla="*/ 5734050 w 6729439"/>
              <a:gd name="connsiteY138" fmla="*/ 1828800 h 2413000"/>
              <a:gd name="connsiteX139" fmla="*/ 5803900 w 6729439"/>
              <a:gd name="connsiteY139" fmla="*/ 1803400 h 2413000"/>
              <a:gd name="connsiteX140" fmla="*/ 5848350 w 6729439"/>
              <a:gd name="connsiteY140" fmla="*/ 1790700 h 2413000"/>
              <a:gd name="connsiteX141" fmla="*/ 5892800 w 6729439"/>
              <a:gd name="connsiteY141" fmla="*/ 1771650 h 2413000"/>
              <a:gd name="connsiteX142" fmla="*/ 6007100 w 6729439"/>
              <a:gd name="connsiteY142" fmla="*/ 1746250 h 2413000"/>
              <a:gd name="connsiteX143" fmla="*/ 6076950 w 6729439"/>
              <a:gd name="connsiteY143" fmla="*/ 1720850 h 2413000"/>
              <a:gd name="connsiteX144" fmla="*/ 6115050 w 6729439"/>
              <a:gd name="connsiteY144" fmla="*/ 1714500 h 2413000"/>
              <a:gd name="connsiteX145" fmla="*/ 6153150 w 6729439"/>
              <a:gd name="connsiteY145" fmla="*/ 1701800 h 2413000"/>
              <a:gd name="connsiteX146" fmla="*/ 6172200 w 6729439"/>
              <a:gd name="connsiteY146" fmla="*/ 1695450 h 2413000"/>
              <a:gd name="connsiteX147" fmla="*/ 6229350 w 6729439"/>
              <a:gd name="connsiteY147" fmla="*/ 1663700 h 2413000"/>
              <a:gd name="connsiteX148" fmla="*/ 6273800 w 6729439"/>
              <a:gd name="connsiteY148" fmla="*/ 1651000 h 2413000"/>
              <a:gd name="connsiteX149" fmla="*/ 6394450 w 6729439"/>
              <a:gd name="connsiteY149" fmla="*/ 1587500 h 2413000"/>
              <a:gd name="connsiteX150" fmla="*/ 6451600 w 6729439"/>
              <a:gd name="connsiteY150" fmla="*/ 1568450 h 2413000"/>
              <a:gd name="connsiteX151" fmla="*/ 6477000 w 6729439"/>
              <a:gd name="connsiteY151" fmla="*/ 1530350 h 2413000"/>
              <a:gd name="connsiteX152" fmla="*/ 6489700 w 6729439"/>
              <a:gd name="connsiteY152" fmla="*/ 1511300 h 2413000"/>
              <a:gd name="connsiteX153" fmla="*/ 6496050 w 6729439"/>
              <a:gd name="connsiteY153" fmla="*/ 1492250 h 2413000"/>
              <a:gd name="connsiteX154" fmla="*/ 6521450 w 6729439"/>
              <a:gd name="connsiteY154" fmla="*/ 1447800 h 2413000"/>
              <a:gd name="connsiteX155" fmla="*/ 6527800 w 6729439"/>
              <a:gd name="connsiteY155" fmla="*/ 1428750 h 2413000"/>
              <a:gd name="connsiteX156" fmla="*/ 6540500 w 6729439"/>
              <a:gd name="connsiteY156" fmla="*/ 1409700 h 2413000"/>
              <a:gd name="connsiteX157" fmla="*/ 6546850 w 6729439"/>
              <a:gd name="connsiteY157" fmla="*/ 1390650 h 2413000"/>
              <a:gd name="connsiteX158" fmla="*/ 6572250 w 6729439"/>
              <a:gd name="connsiteY158" fmla="*/ 1352550 h 2413000"/>
              <a:gd name="connsiteX159" fmla="*/ 6578600 w 6729439"/>
              <a:gd name="connsiteY159" fmla="*/ 1333500 h 2413000"/>
              <a:gd name="connsiteX160" fmla="*/ 6597650 w 6729439"/>
              <a:gd name="connsiteY160" fmla="*/ 1320800 h 2413000"/>
              <a:gd name="connsiteX161" fmla="*/ 6616700 w 6729439"/>
              <a:gd name="connsiteY161" fmla="*/ 1282700 h 2413000"/>
              <a:gd name="connsiteX162" fmla="*/ 6629400 w 6729439"/>
              <a:gd name="connsiteY162" fmla="*/ 1257300 h 2413000"/>
              <a:gd name="connsiteX163" fmla="*/ 6648450 w 6729439"/>
              <a:gd name="connsiteY163" fmla="*/ 1244600 h 2413000"/>
              <a:gd name="connsiteX164" fmla="*/ 6661150 w 6729439"/>
              <a:gd name="connsiteY164" fmla="*/ 1225550 h 2413000"/>
              <a:gd name="connsiteX165" fmla="*/ 6680200 w 6729439"/>
              <a:gd name="connsiteY165" fmla="*/ 1219200 h 2413000"/>
              <a:gd name="connsiteX166" fmla="*/ 6718300 w 6729439"/>
              <a:gd name="connsiteY166" fmla="*/ 1200150 h 2413000"/>
              <a:gd name="connsiteX167" fmla="*/ 6705600 w 6729439"/>
              <a:gd name="connsiteY167" fmla="*/ 1231900 h 2413000"/>
              <a:gd name="connsiteX168" fmla="*/ 6699250 w 6729439"/>
              <a:gd name="connsiteY168" fmla="*/ 1250950 h 241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29439" h="2413000">
                <a:moveTo>
                  <a:pt x="165100" y="0"/>
                </a:moveTo>
                <a:cubicBezTo>
                  <a:pt x="177989" y="3222"/>
                  <a:pt x="196796" y="7234"/>
                  <a:pt x="209550" y="12700"/>
                </a:cubicBezTo>
                <a:cubicBezTo>
                  <a:pt x="218251" y="16429"/>
                  <a:pt x="226249" y="21671"/>
                  <a:pt x="234950" y="25400"/>
                </a:cubicBezTo>
                <a:cubicBezTo>
                  <a:pt x="241102" y="28037"/>
                  <a:pt x="248013" y="28757"/>
                  <a:pt x="254000" y="31750"/>
                </a:cubicBezTo>
                <a:cubicBezTo>
                  <a:pt x="277649" y="43574"/>
                  <a:pt x="271034" y="45945"/>
                  <a:pt x="292100" y="63500"/>
                </a:cubicBezTo>
                <a:cubicBezTo>
                  <a:pt x="325928" y="91690"/>
                  <a:pt x="295833" y="63457"/>
                  <a:pt x="330200" y="82550"/>
                </a:cubicBezTo>
                <a:cubicBezTo>
                  <a:pt x="343543" y="89963"/>
                  <a:pt x="353820" y="103123"/>
                  <a:pt x="368300" y="107950"/>
                </a:cubicBezTo>
                <a:cubicBezTo>
                  <a:pt x="416183" y="123911"/>
                  <a:pt x="357161" y="102381"/>
                  <a:pt x="406400" y="127000"/>
                </a:cubicBezTo>
                <a:cubicBezTo>
                  <a:pt x="412387" y="129993"/>
                  <a:pt x="419463" y="130357"/>
                  <a:pt x="425450" y="133350"/>
                </a:cubicBezTo>
                <a:cubicBezTo>
                  <a:pt x="435427" y="138338"/>
                  <a:pt x="463189" y="160306"/>
                  <a:pt x="469900" y="165100"/>
                </a:cubicBezTo>
                <a:cubicBezTo>
                  <a:pt x="476110" y="169536"/>
                  <a:pt x="483554" y="172404"/>
                  <a:pt x="488950" y="177800"/>
                </a:cubicBezTo>
                <a:cubicBezTo>
                  <a:pt x="498534" y="187384"/>
                  <a:pt x="504766" y="199966"/>
                  <a:pt x="514350" y="209550"/>
                </a:cubicBezTo>
                <a:cubicBezTo>
                  <a:pt x="522226" y="217426"/>
                  <a:pt x="547983" y="234089"/>
                  <a:pt x="558800" y="241300"/>
                </a:cubicBezTo>
                <a:cubicBezTo>
                  <a:pt x="587913" y="284969"/>
                  <a:pt x="598680" y="274573"/>
                  <a:pt x="565150" y="285750"/>
                </a:cubicBezTo>
                <a:cubicBezTo>
                  <a:pt x="482017" y="264967"/>
                  <a:pt x="596363" y="298182"/>
                  <a:pt x="520700" y="260350"/>
                </a:cubicBezTo>
                <a:cubicBezTo>
                  <a:pt x="511047" y="255523"/>
                  <a:pt x="499533" y="256117"/>
                  <a:pt x="488950" y="254000"/>
                </a:cubicBezTo>
                <a:cubicBezTo>
                  <a:pt x="448733" y="256117"/>
                  <a:pt x="408407" y="256704"/>
                  <a:pt x="368300" y="260350"/>
                </a:cubicBezTo>
                <a:cubicBezTo>
                  <a:pt x="361634" y="260956"/>
                  <a:pt x="354819" y="262987"/>
                  <a:pt x="349250" y="266700"/>
                </a:cubicBezTo>
                <a:cubicBezTo>
                  <a:pt x="341778" y="271681"/>
                  <a:pt x="337018" y="279906"/>
                  <a:pt x="330200" y="285750"/>
                </a:cubicBezTo>
                <a:cubicBezTo>
                  <a:pt x="322165" y="292638"/>
                  <a:pt x="313267" y="298450"/>
                  <a:pt x="304800" y="304800"/>
                </a:cubicBezTo>
                <a:cubicBezTo>
                  <a:pt x="260948" y="392504"/>
                  <a:pt x="324537" y="272020"/>
                  <a:pt x="273050" y="349250"/>
                </a:cubicBezTo>
                <a:cubicBezTo>
                  <a:pt x="269337" y="354819"/>
                  <a:pt x="269337" y="362148"/>
                  <a:pt x="266700" y="368300"/>
                </a:cubicBezTo>
                <a:cubicBezTo>
                  <a:pt x="262971" y="377001"/>
                  <a:pt x="257324" y="384837"/>
                  <a:pt x="254000" y="393700"/>
                </a:cubicBezTo>
                <a:cubicBezTo>
                  <a:pt x="250936" y="401872"/>
                  <a:pt x="250158" y="410741"/>
                  <a:pt x="247650" y="419100"/>
                </a:cubicBezTo>
                <a:cubicBezTo>
                  <a:pt x="243803" y="431922"/>
                  <a:pt x="237575" y="444073"/>
                  <a:pt x="234950" y="457200"/>
                </a:cubicBezTo>
                <a:cubicBezTo>
                  <a:pt x="226963" y="497137"/>
                  <a:pt x="219434" y="537208"/>
                  <a:pt x="215900" y="577850"/>
                </a:cubicBezTo>
                <a:cubicBezTo>
                  <a:pt x="213143" y="609551"/>
                  <a:pt x="212307" y="641399"/>
                  <a:pt x="209550" y="673100"/>
                </a:cubicBezTo>
                <a:cubicBezTo>
                  <a:pt x="208072" y="690101"/>
                  <a:pt x="206345" y="707127"/>
                  <a:pt x="203200" y="723900"/>
                </a:cubicBezTo>
                <a:cubicBezTo>
                  <a:pt x="188815" y="800618"/>
                  <a:pt x="191300" y="747647"/>
                  <a:pt x="184150" y="819150"/>
                </a:cubicBezTo>
                <a:cubicBezTo>
                  <a:pt x="181404" y="846611"/>
                  <a:pt x="180848" y="874271"/>
                  <a:pt x="177800" y="901700"/>
                </a:cubicBezTo>
                <a:cubicBezTo>
                  <a:pt x="176608" y="912427"/>
                  <a:pt x="173224" y="922804"/>
                  <a:pt x="171450" y="933450"/>
                </a:cubicBezTo>
                <a:cubicBezTo>
                  <a:pt x="168989" y="948213"/>
                  <a:pt x="166849" y="963035"/>
                  <a:pt x="165100" y="977900"/>
                </a:cubicBezTo>
                <a:cubicBezTo>
                  <a:pt x="162365" y="1001148"/>
                  <a:pt x="157126" y="1066206"/>
                  <a:pt x="152400" y="1092200"/>
                </a:cubicBezTo>
                <a:cubicBezTo>
                  <a:pt x="151203" y="1098786"/>
                  <a:pt x="147502" y="1104716"/>
                  <a:pt x="146050" y="1111250"/>
                </a:cubicBezTo>
                <a:cubicBezTo>
                  <a:pt x="143257" y="1123819"/>
                  <a:pt x="142823" y="1136859"/>
                  <a:pt x="139700" y="1149350"/>
                </a:cubicBezTo>
                <a:cubicBezTo>
                  <a:pt x="136453" y="1162337"/>
                  <a:pt x="130247" y="1174463"/>
                  <a:pt x="127000" y="1187450"/>
                </a:cubicBezTo>
                <a:cubicBezTo>
                  <a:pt x="122767" y="1204383"/>
                  <a:pt x="122106" y="1222638"/>
                  <a:pt x="114300" y="1238250"/>
                </a:cubicBezTo>
                <a:cubicBezTo>
                  <a:pt x="110067" y="1246717"/>
                  <a:pt x="105116" y="1254861"/>
                  <a:pt x="101600" y="1263650"/>
                </a:cubicBezTo>
                <a:cubicBezTo>
                  <a:pt x="96628" y="1276079"/>
                  <a:pt x="92147" y="1288763"/>
                  <a:pt x="88900" y="1301750"/>
                </a:cubicBezTo>
                <a:cubicBezTo>
                  <a:pt x="86783" y="1310217"/>
                  <a:pt x="85614" y="1318978"/>
                  <a:pt x="82550" y="1327150"/>
                </a:cubicBezTo>
                <a:cubicBezTo>
                  <a:pt x="79226" y="1336013"/>
                  <a:pt x="73174" y="1343687"/>
                  <a:pt x="69850" y="1352550"/>
                </a:cubicBezTo>
                <a:cubicBezTo>
                  <a:pt x="53738" y="1395514"/>
                  <a:pt x="72502" y="1361180"/>
                  <a:pt x="57150" y="1397000"/>
                </a:cubicBezTo>
                <a:cubicBezTo>
                  <a:pt x="53421" y="1405701"/>
                  <a:pt x="47966" y="1413611"/>
                  <a:pt x="44450" y="1422400"/>
                </a:cubicBezTo>
                <a:lnTo>
                  <a:pt x="25400" y="1479550"/>
                </a:lnTo>
                <a:lnTo>
                  <a:pt x="19050" y="1498600"/>
                </a:lnTo>
                <a:cubicBezTo>
                  <a:pt x="16933" y="1504950"/>
                  <a:pt x="14323" y="1511156"/>
                  <a:pt x="12700" y="1517650"/>
                </a:cubicBezTo>
                <a:lnTo>
                  <a:pt x="0" y="1568450"/>
                </a:lnTo>
                <a:cubicBezTo>
                  <a:pt x="2117" y="1627717"/>
                  <a:pt x="2967" y="1687042"/>
                  <a:pt x="6350" y="1746250"/>
                </a:cubicBezTo>
                <a:cubicBezTo>
                  <a:pt x="9626" y="1803573"/>
                  <a:pt x="12410" y="1776841"/>
                  <a:pt x="25400" y="1828800"/>
                </a:cubicBezTo>
                <a:cubicBezTo>
                  <a:pt x="41347" y="1892587"/>
                  <a:pt x="32580" y="1863041"/>
                  <a:pt x="50800" y="1917700"/>
                </a:cubicBezTo>
                <a:cubicBezTo>
                  <a:pt x="52917" y="1924050"/>
                  <a:pt x="55527" y="1930256"/>
                  <a:pt x="57150" y="1936750"/>
                </a:cubicBezTo>
                <a:cubicBezTo>
                  <a:pt x="59185" y="1944888"/>
                  <a:pt x="65295" y="1972090"/>
                  <a:pt x="69850" y="1981200"/>
                </a:cubicBezTo>
                <a:cubicBezTo>
                  <a:pt x="92761" y="2027022"/>
                  <a:pt x="72985" y="1969987"/>
                  <a:pt x="95250" y="2025650"/>
                </a:cubicBezTo>
                <a:cubicBezTo>
                  <a:pt x="100222" y="2038079"/>
                  <a:pt x="103717" y="2051050"/>
                  <a:pt x="107950" y="2063750"/>
                </a:cubicBezTo>
                <a:cubicBezTo>
                  <a:pt x="110067" y="2070100"/>
                  <a:pt x="110587" y="2077231"/>
                  <a:pt x="114300" y="2082800"/>
                </a:cubicBezTo>
                <a:cubicBezTo>
                  <a:pt x="118533" y="2089150"/>
                  <a:pt x="122114" y="2095987"/>
                  <a:pt x="127000" y="2101850"/>
                </a:cubicBezTo>
                <a:cubicBezTo>
                  <a:pt x="152298" y="2132207"/>
                  <a:pt x="137855" y="2110895"/>
                  <a:pt x="165100" y="2133600"/>
                </a:cubicBezTo>
                <a:cubicBezTo>
                  <a:pt x="171999" y="2139349"/>
                  <a:pt x="177251" y="2146901"/>
                  <a:pt x="184150" y="2152650"/>
                </a:cubicBezTo>
                <a:cubicBezTo>
                  <a:pt x="195825" y="2162379"/>
                  <a:pt x="215291" y="2172135"/>
                  <a:pt x="228600" y="2178050"/>
                </a:cubicBezTo>
                <a:cubicBezTo>
                  <a:pt x="239016" y="2182679"/>
                  <a:pt x="249934" y="2186121"/>
                  <a:pt x="260350" y="2190750"/>
                </a:cubicBezTo>
                <a:cubicBezTo>
                  <a:pt x="269000" y="2194595"/>
                  <a:pt x="277049" y="2199721"/>
                  <a:pt x="285750" y="2203450"/>
                </a:cubicBezTo>
                <a:cubicBezTo>
                  <a:pt x="291902" y="2206087"/>
                  <a:pt x="298813" y="2206807"/>
                  <a:pt x="304800" y="2209800"/>
                </a:cubicBezTo>
                <a:cubicBezTo>
                  <a:pt x="311626" y="2213213"/>
                  <a:pt x="316610" y="2220087"/>
                  <a:pt x="323850" y="2222500"/>
                </a:cubicBezTo>
                <a:cubicBezTo>
                  <a:pt x="336064" y="2226571"/>
                  <a:pt x="349459" y="2225727"/>
                  <a:pt x="361950" y="2228850"/>
                </a:cubicBezTo>
                <a:cubicBezTo>
                  <a:pt x="374937" y="2232097"/>
                  <a:pt x="387350" y="2237317"/>
                  <a:pt x="400050" y="2241550"/>
                </a:cubicBezTo>
                <a:cubicBezTo>
                  <a:pt x="469525" y="2264708"/>
                  <a:pt x="364292" y="2227774"/>
                  <a:pt x="438150" y="2260600"/>
                </a:cubicBezTo>
                <a:cubicBezTo>
                  <a:pt x="450383" y="2266037"/>
                  <a:pt x="463550" y="2269067"/>
                  <a:pt x="476250" y="2273300"/>
                </a:cubicBezTo>
                <a:cubicBezTo>
                  <a:pt x="482600" y="2275417"/>
                  <a:pt x="488736" y="2278337"/>
                  <a:pt x="495300" y="2279650"/>
                </a:cubicBezTo>
                <a:cubicBezTo>
                  <a:pt x="505883" y="2281767"/>
                  <a:pt x="516637" y="2283160"/>
                  <a:pt x="527050" y="2286000"/>
                </a:cubicBezTo>
                <a:cubicBezTo>
                  <a:pt x="539965" y="2289522"/>
                  <a:pt x="552450" y="2294467"/>
                  <a:pt x="565150" y="2298700"/>
                </a:cubicBezTo>
                <a:cubicBezTo>
                  <a:pt x="571500" y="2300817"/>
                  <a:pt x="577636" y="2303737"/>
                  <a:pt x="584200" y="2305050"/>
                </a:cubicBezTo>
                <a:lnTo>
                  <a:pt x="647700" y="2317750"/>
                </a:lnTo>
                <a:cubicBezTo>
                  <a:pt x="718801" y="2314195"/>
                  <a:pt x="746883" y="2321015"/>
                  <a:pt x="800100" y="2305050"/>
                </a:cubicBezTo>
                <a:cubicBezTo>
                  <a:pt x="914346" y="2270776"/>
                  <a:pt x="778733" y="2311475"/>
                  <a:pt x="863600" y="2279650"/>
                </a:cubicBezTo>
                <a:cubicBezTo>
                  <a:pt x="871772" y="2276586"/>
                  <a:pt x="880609" y="2275698"/>
                  <a:pt x="889000" y="2273300"/>
                </a:cubicBezTo>
                <a:cubicBezTo>
                  <a:pt x="895436" y="2271461"/>
                  <a:pt x="901380" y="2267506"/>
                  <a:pt x="908050" y="2266950"/>
                </a:cubicBezTo>
                <a:cubicBezTo>
                  <a:pt x="952397" y="2263254"/>
                  <a:pt x="996950" y="2262717"/>
                  <a:pt x="1041400" y="2260600"/>
                </a:cubicBezTo>
                <a:lnTo>
                  <a:pt x="1003300" y="2273300"/>
                </a:lnTo>
                <a:lnTo>
                  <a:pt x="984250" y="2279650"/>
                </a:lnTo>
                <a:cubicBezTo>
                  <a:pt x="982133" y="2288117"/>
                  <a:pt x="980298" y="2296659"/>
                  <a:pt x="977900" y="2305050"/>
                </a:cubicBezTo>
                <a:cubicBezTo>
                  <a:pt x="976061" y="2311486"/>
                  <a:pt x="970450" y="2317498"/>
                  <a:pt x="971550" y="2324100"/>
                </a:cubicBezTo>
                <a:cubicBezTo>
                  <a:pt x="975443" y="2347455"/>
                  <a:pt x="987991" y="2341845"/>
                  <a:pt x="1003300" y="2349500"/>
                </a:cubicBezTo>
                <a:cubicBezTo>
                  <a:pt x="1010126" y="2352913"/>
                  <a:pt x="1015204" y="2359520"/>
                  <a:pt x="1022350" y="2362200"/>
                </a:cubicBezTo>
                <a:cubicBezTo>
                  <a:pt x="1032456" y="2365990"/>
                  <a:pt x="1043564" y="2366209"/>
                  <a:pt x="1054100" y="2368550"/>
                </a:cubicBezTo>
                <a:cubicBezTo>
                  <a:pt x="1112352" y="2381495"/>
                  <a:pt x="1043561" y="2371633"/>
                  <a:pt x="1149350" y="2381250"/>
                </a:cubicBezTo>
                <a:cubicBezTo>
                  <a:pt x="1164449" y="2386283"/>
                  <a:pt x="1177853" y="2391292"/>
                  <a:pt x="1193800" y="2393950"/>
                </a:cubicBezTo>
                <a:cubicBezTo>
                  <a:pt x="1210633" y="2396755"/>
                  <a:pt x="1227767" y="2397495"/>
                  <a:pt x="1244600" y="2400300"/>
                </a:cubicBezTo>
                <a:cubicBezTo>
                  <a:pt x="1253208" y="2401735"/>
                  <a:pt x="1261326" y="2405686"/>
                  <a:pt x="1270000" y="2406650"/>
                </a:cubicBezTo>
                <a:cubicBezTo>
                  <a:pt x="1299527" y="2409931"/>
                  <a:pt x="1329267" y="2410883"/>
                  <a:pt x="1358900" y="2413000"/>
                </a:cubicBezTo>
                <a:lnTo>
                  <a:pt x="1689100" y="2406650"/>
                </a:lnTo>
                <a:cubicBezTo>
                  <a:pt x="1727973" y="2405332"/>
                  <a:pt x="1727320" y="2400276"/>
                  <a:pt x="1758950" y="2393950"/>
                </a:cubicBezTo>
                <a:cubicBezTo>
                  <a:pt x="1771575" y="2391425"/>
                  <a:pt x="1784325" y="2389558"/>
                  <a:pt x="1797050" y="2387600"/>
                </a:cubicBezTo>
                <a:cubicBezTo>
                  <a:pt x="1860054" y="2377907"/>
                  <a:pt x="1830166" y="2383215"/>
                  <a:pt x="1905000" y="2374900"/>
                </a:cubicBezTo>
                <a:cubicBezTo>
                  <a:pt x="1921961" y="2373015"/>
                  <a:pt x="1938829" y="2370336"/>
                  <a:pt x="1955800" y="2368550"/>
                </a:cubicBezTo>
                <a:cubicBezTo>
                  <a:pt x="1995865" y="2364333"/>
                  <a:pt x="2026053" y="2364227"/>
                  <a:pt x="2063750" y="2355850"/>
                </a:cubicBezTo>
                <a:cubicBezTo>
                  <a:pt x="2070284" y="2354398"/>
                  <a:pt x="2076214" y="2350697"/>
                  <a:pt x="2082800" y="2349500"/>
                </a:cubicBezTo>
                <a:cubicBezTo>
                  <a:pt x="2140245" y="2339055"/>
                  <a:pt x="2127962" y="2349263"/>
                  <a:pt x="2184400" y="2330450"/>
                </a:cubicBezTo>
                <a:cubicBezTo>
                  <a:pt x="2190750" y="2328333"/>
                  <a:pt x="2197203" y="2326503"/>
                  <a:pt x="2203450" y="2324100"/>
                </a:cubicBezTo>
                <a:cubicBezTo>
                  <a:pt x="2224728" y="2315916"/>
                  <a:pt x="2244833" y="2304229"/>
                  <a:pt x="2266950" y="2298700"/>
                </a:cubicBezTo>
                <a:cubicBezTo>
                  <a:pt x="2327819" y="2283483"/>
                  <a:pt x="2252365" y="2303562"/>
                  <a:pt x="2324100" y="2279650"/>
                </a:cubicBezTo>
                <a:cubicBezTo>
                  <a:pt x="2333317" y="2276578"/>
                  <a:pt x="2358613" y="2272301"/>
                  <a:pt x="2368550" y="2266950"/>
                </a:cubicBezTo>
                <a:cubicBezTo>
                  <a:pt x="2390284" y="2255247"/>
                  <a:pt x="2408632" y="2236656"/>
                  <a:pt x="2432050" y="2228850"/>
                </a:cubicBezTo>
                <a:cubicBezTo>
                  <a:pt x="2448537" y="2223354"/>
                  <a:pt x="2467664" y="2217393"/>
                  <a:pt x="2482850" y="2209800"/>
                </a:cubicBezTo>
                <a:cubicBezTo>
                  <a:pt x="2493889" y="2204280"/>
                  <a:pt x="2504134" y="2197291"/>
                  <a:pt x="2514600" y="2190750"/>
                </a:cubicBezTo>
                <a:cubicBezTo>
                  <a:pt x="2521072" y="2186705"/>
                  <a:pt x="2526635" y="2181056"/>
                  <a:pt x="2533650" y="2178050"/>
                </a:cubicBezTo>
                <a:cubicBezTo>
                  <a:pt x="2596155" y="2151262"/>
                  <a:pt x="2520958" y="2195281"/>
                  <a:pt x="2584450" y="2159000"/>
                </a:cubicBezTo>
                <a:cubicBezTo>
                  <a:pt x="2591076" y="2155214"/>
                  <a:pt x="2597328" y="2150789"/>
                  <a:pt x="2603500" y="2146300"/>
                </a:cubicBezTo>
                <a:cubicBezTo>
                  <a:pt x="2620618" y="2133850"/>
                  <a:pt x="2634647" y="2116061"/>
                  <a:pt x="2654300" y="2108200"/>
                </a:cubicBezTo>
                <a:cubicBezTo>
                  <a:pt x="2664883" y="2103967"/>
                  <a:pt x="2675701" y="2100277"/>
                  <a:pt x="2686050" y="2095500"/>
                </a:cubicBezTo>
                <a:cubicBezTo>
                  <a:pt x="2722741" y="2078566"/>
                  <a:pt x="2733905" y="2068965"/>
                  <a:pt x="2768600" y="2057400"/>
                </a:cubicBezTo>
                <a:cubicBezTo>
                  <a:pt x="2776879" y="2054640"/>
                  <a:pt x="2785533" y="2053167"/>
                  <a:pt x="2794000" y="2051050"/>
                </a:cubicBezTo>
                <a:cubicBezTo>
                  <a:pt x="2832606" y="2025313"/>
                  <a:pt x="2791587" y="2049574"/>
                  <a:pt x="2838450" y="2032000"/>
                </a:cubicBezTo>
                <a:cubicBezTo>
                  <a:pt x="2847313" y="2028676"/>
                  <a:pt x="2855200" y="2023145"/>
                  <a:pt x="2863850" y="2019300"/>
                </a:cubicBezTo>
                <a:cubicBezTo>
                  <a:pt x="2874266" y="2014671"/>
                  <a:pt x="2884927" y="2010602"/>
                  <a:pt x="2895600" y="2006600"/>
                </a:cubicBezTo>
                <a:cubicBezTo>
                  <a:pt x="2901867" y="2004250"/>
                  <a:pt x="2908048" y="2001350"/>
                  <a:pt x="2914650" y="2000250"/>
                </a:cubicBezTo>
                <a:cubicBezTo>
                  <a:pt x="2933556" y="1997099"/>
                  <a:pt x="2952750" y="1996017"/>
                  <a:pt x="2971800" y="1993900"/>
                </a:cubicBezTo>
                <a:cubicBezTo>
                  <a:pt x="3008874" y="1981542"/>
                  <a:pt x="2973072" y="1992376"/>
                  <a:pt x="3028950" y="1981200"/>
                </a:cubicBezTo>
                <a:cubicBezTo>
                  <a:pt x="3037508" y="1979488"/>
                  <a:pt x="3045831" y="1976743"/>
                  <a:pt x="3054350" y="1974850"/>
                </a:cubicBezTo>
                <a:cubicBezTo>
                  <a:pt x="3064886" y="1972509"/>
                  <a:pt x="3075564" y="1970841"/>
                  <a:pt x="3086100" y="1968500"/>
                </a:cubicBezTo>
                <a:cubicBezTo>
                  <a:pt x="3094619" y="1966607"/>
                  <a:pt x="3102922" y="1963758"/>
                  <a:pt x="3111500" y="1962150"/>
                </a:cubicBezTo>
                <a:cubicBezTo>
                  <a:pt x="3136809" y="1957405"/>
                  <a:pt x="3163271" y="1957593"/>
                  <a:pt x="3187700" y="1949450"/>
                </a:cubicBezTo>
                <a:cubicBezTo>
                  <a:pt x="3200760" y="1945097"/>
                  <a:pt x="3218861" y="1938522"/>
                  <a:pt x="3232150" y="1936750"/>
                </a:cubicBezTo>
                <a:cubicBezTo>
                  <a:pt x="3255324" y="1933660"/>
                  <a:pt x="3278717" y="1932517"/>
                  <a:pt x="3302000" y="1930400"/>
                </a:cubicBezTo>
                <a:cubicBezTo>
                  <a:pt x="3312583" y="1928283"/>
                  <a:pt x="3323104" y="1925824"/>
                  <a:pt x="3333750" y="1924050"/>
                </a:cubicBezTo>
                <a:cubicBezTo>
                  <a:pt x="3419372" y="1909780"/>
                  <a:pt x="3338983" y="1925408"/>
                  <a:pt x="3416300" y="1911350"/>
                </a:cubicBezTo>
                <a:cubicBezTo>
                  <a:pt x="3426919" y="1909419"/>
                  <a:pt x="3437514" y="1907341"/>
                  <a:pt x="3448050" y="1905000"/>
                </a:cubicBezTo>
                <a:cubicBezTo>
                  <a:pt x="3493915" y="1894808"/>
                  <a:pt x="3452533" y="1901876"/>
                  <a:pt x="3505200" y="1892300"/>
                </a:cubicBezTo>
                <a:cubicBezTo>
                  <a:pt x="3545484" y="1884976"/>
                  <a:pt x="3549940" y="1885120"/>
                  <a:pt x="3594100" y="1879600"/>
                </a:cubicBezTo>
                <a:cubicBezTo>
                  <a:pt x="3652381" y="1860173"/>
                  <a:pt x="3618879" y="1868232"/>
                  <a:pt x="3695700" y="1860550"/>
                </a:cubicBezTo>
                <a:cubicBezTo>
                  <a:pt x="3728710" y="1849547"/>
                  <a:pt x="3729206" y="1848506"/>
                  <a:pt x="3778250" y="1841500"/>
                </a:cubicBezTo>
                <a:cubicBezTo>
                  <a:pt x="3793067" y="1839383"/>
                  <a:pt x="3808065" y="1838286"/>
                  <a:pt x="3822700" y="1835150"/>
                </a:cubicBezTo>
                <a:cubicBezTo>
                  <a:pt x="3837768" y="1831921"/>
                  <a:pt x="3852082" y="1825679"/>
                  <a:pt x="3867150" y="1822450"/>
                </a:cubicBezTo>
                <a:cubicBezTo>
                  <a:pt x="3881785" y="1819314"/>
                  <a:pt x="3896807" y="1818376"/>
                  <a:pt x="3911600" y="1816100"/>
                </a:cubicBezTo>
                <a:cubicBezTo>
                  <a:pt x="4026137" y="1798479"/>
                  <a:pt x="3865260" y="1821813"/>
                  <a:pt x="3994150" y="1803400"/>
                </a:cubicBezTo>
                <a:lnTo>
                  <a:pt x="4324350" y="1809750"/>
                </a:lnTo>
                <a:cubicBezTo>
                  <a:pt x="4377748" y="1811473"/>
                  <a:pt x="4392995" y="1819639"/>
                  <a:pt x="4445000" y="1822450"/>
                </a:cubicBezTo>
                <a:cubicBezTo>
                  <a:pt x="4504218" y="1825651"/>
                  <a:pt x="4563538" y="1826564"/>
                  <a:pt x="4622800" y="1828800"/>
                </a:cubicBezTo>
                <a:lnTo>
                  <a:pt x="4781550" y="1835150"/>
                </a:lnTo>
                <a:lnTo>
                  <a:pt x="5734050" y="1828800"/>
                </a:lnTo>
                <a:cubicBezTo>
                  <a:pt x="5745063" y="1828588"/>
                  <a:pt x="5791992" y="1807369"/>
                  <a:pt x="5803900" y="1803400"/>
                </a:cubicBezTo>
                <a:cubicBezTo>
                  <a:pt x="5818519" y="1798527"/>
                  <a:pt x="5833838" y="1795883"/>
                  <a:pt x="5848350" y="1790700"/>
                </a:cubicBezTo>
                <a:cubicBezTo>
                  <a:pt x="5863531" y="1785278"/>
                  <a:pt x="5877277" y="1775996"/>
                  <a:pt x="5892800" y="1771650"/>
                </a:cubicBezTo>
                <a:cubicBezTo>
                  <a:pt x="5930384" y="1761127"/>
                  <a:pt x="5970862" y="1760745"/>
                  <a:pt x="6007100" y="1746250"/>
                </a:cubicBezTo>
                <a:cubicBezTo>
                  <a:pt x="6028141" y="1737833"/>
                  <a:pt x="6055211" y="1726285"/>
                  <a:pt x="6076950" y="1720850"/>
                </a:cubicBezTo>
                <a:cubicBezTo>
                  <a:pt x="6089441" y="1717727"/>
                  <a:pt x="6102559" y="1717623"/>
                  <a:pt x="6115050" y="1714500"/>
                </a:cubicBezTo>
                <a:cubicBezTo>
                  <a:pt x="6128037" y="1711253"/>
                  <a:pt x="6140450" y="1706033"/>
                  <a:pt x="6153150" y="1701800"/>
                </a:cubicBezTo>
                <a:cubicBezTo>
                  <a:pt x="6159500" y="1699683"/>
                  <a:pt x="6166460" y="1698894"/>
                  <a:pt x="6172200" y="1695450"/>
                </a:cubicBezTo>
                <a:cubicBezTo>
                  <a:pt x="6184657" y="1687976"/>
                  <a:pt x="6213933" y="1669306"/>
                  <a:pt x="6229350" y="1663700"/>
                </a:cubicBezTo>
                <a:cubicBezTo>
                  <a:pt x="6243832" y="1658434"/>
                  <a:pt x="6258983" y="1655233"/>
                  <a:pt x="6273800" y="1651000"/>
                </a:cubicBezTo>
                <a:cubicBezTo>
                  <a:pt x="6318570" y="1621153"/>
                  <a:pt x="6314725" y="1622579"/>
                  <a:pt x="6394450" y="1587500"/>
                </a:cubicBezTo>
                <a:cubicBezTo>
                  <a:pt x="6412830" y="1579413"/>
                  <a:pt x="6432550" y="1574800"/>
                  <a:pt x="6451600" y="1568450"/>
                </a:cubicBezTo>
                <a:lnTo>
                  <a:pt x="6477000" y="1530350"/>
                </a:lnTo>
                <a:cubicBezTo>
                  <a:pt x="6481233" y="1524000"/>
                  <a:pt x="6487287" y="1518540"/>
                  <a:pt x="6489700" y="1511300"/>
                </a:cubicBezTo>
                <a:cubicBezTo>
                  <a:pt x="6491817" y="1504950"/>
                  <a:pt x="6493057" y="1498237"/>
                  <a:pt x="6496050" y="1492250"/>
                </a:cubicBezTo>
                <a:cubicBezTo>
                  <a:pt x="6527936" y="1428477"/>
                  <a:pt x="6488052" y="1525728"/>
                  <a:pt x="6521450" y="1447800"/>
                </a:cubicBezTo>
                <a:cubicBezTo>
                  <a:pt x="6524087" y="1441648"/>
                  <a:pt x="6524807" y="1434737"/>
                  <a:pt x="6527800" y="1428750"/>
                </a:cubicBezTo>
                <a:cubicBezTo>
                  <a:pt x="6531213" y="1421924"/>
                  <a:pt x="6537087" y="1416526"/>
                  <a:pt x="6540500" y="1409700"/>
                </a:cubicBezTo>
                <a:cubicBezTo>
                  <a:pt x="6543493" y="1403713"/>
                  <a:pt x="6543599" y="1396501"/>
                  <a:pt x="6546850" y="1390650"/>
                </a:cubicBezTo>
                <a:cubicBezTo>
                  <a:pt x="6554263" y="1377307"/>
                  <a:pt x="6567423" y="1367030"/>
                  <a:pt x="6572250" y="1352550"/>
                </a:cubicBezTo>
                <a:cubicBezTo>
                  <a:pt x="6574367" y="1346200"/>
                  <a:pt x="6574419" y="1338727"/>
                  <a:pt x="6578600" y="1333500"/>
                </a:cubicBezTo>
                <a:cubicBezTo>
                  <a:pt x="6583368" y="1327541"/>
                  <a:pt x="6591300" y="1325033"/>
                  <a:pt x="6597650" y="1320800"/>
                </a:cubicBezTo>
                <a:cubicBezTo>
                  <a:pt x="6609292" y="1285873"/>
                  <a:pt x="6597005" y="1317167"/>
                  <a:pt x="6616700" y="1282700"/>
                </a:cubicBezTo>
                <a:cubicBezTo>
                  <a:pt x="6621396" y="1274481"/>
                  <a:pt x="6623340" y="1264572"/>
                  <a:pt x="6629400" y="1257300"/>
                </a:cubicBezTo>
                <a:cubicBezTo>
                  <a:pt x="6634286" y="1251437"/>
                  <a:pt x="6642100" y="1248833"/>
                  <a:pt x="6648450" y="1244600"/>
                </a:cubicBezTo>
                <a:cubicBezTo>
                  <a:pt x="6652683" y="1238250"/>
                  <a:pt x="6655191" y="1230318"/>
                  <a:pt x="6661150" y="1225550"/>
                </a:cubicBezTo>
                <a:cubicBezTo>
                  <a:pt x="6666377" y="1221369"/>
                  <a:pt x="6674213" y="1222193"/>
                  <a:pt x="6680200" y="1219200"/>
                </a:cubicBezTo>
                <a:cubicBezTo>
                  <a:pt x="6729439" y="1194581"/>
                  <a:pt x="6670417" y="1216111"/>
                  <a:pt x="6718300" y="1200150"/>
                </a:cubicBezTo>
                <a:cubicBezTo>
                  <a:pt x="6714067" y="1210733"/>
                  <a:pt x="6709602" y="1221227"/>
                  <a:pt x="6705600" y="1231900"/>
                </a:cubicBezTo>
                <a:cubicBezTo>
                  <a:pt x="6703250" y="1238167"/>
                  <a:pt x="6699250" y="1250950"/>
                  <a:pt x="6699250" y="125095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rot="10800000" flipV="1">
            <a:off x="1357290" y="4714884"/>
            <a:ext cx="28575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71604" y="4429132"/>
            <a:ext cx="17235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/>
              <a:t>요청</a:t>
            </a:r>
            <a:r>
              <a:rPr lang="en-US" altLang="ko-KR" sz="1100" b="1" dirty="0" smtClean="0"/>
              <a:t>URL</a:t>
            </a:r>
            <a:r>
              <a:rPr lang="ko-KR" altLang="en-US" sz="1100" b="1" dirty="0" smtClean="0"/>
              <a:t>에</a:t>
            </a:r>
            <a:endParaRPr lang="en-US" altLang="ko-KR" sz="1100" b="1" dirty="0" smtClean="0"/>
          </a:p>
          <a:p>
            <a:r>
              <a:rPr lang="en-US" altLang="ko-KR" sz="1100" dirty="0" err="1" smtClean="0"/>
              <a:t>src</a:t>
            </a:r>
            <a:r>
              <a:rPr lang="en-US" altLang="ko-KR" sz="1100" dirty="0" smtClean="0"/>
              <a:t> &gt; main &gt; </a:t>
            </a:r>
            <a:r>
              <a:rPr lang="en-US" altLang="ko-KR" sz="1100" dirty="0" err="1" smtClean="0"/>
              <a:t>webapp</a:t>
            </a:r>
            <a:r>
              <a:rPr lang="ko-KR" altLang="en-US" sz="1100" dirty="0" smtClean="0"/>
              <a:t>은</a:t>
            </a:r>
            <a:endParaRPr lang="en-US" altLang="ko-KR" sz="1100" dirty="0" smtClean="0"/>
          </a:p>
          <a:p>
            <a:r>
              <a:rPr lang="en-US" altLang="ko-KR" sz="1100" dirty="0"/>
              <a:t> </a:t>
            </a:r>
            <a:r>
              <a:rPr lang="ko-KR" altLang="en-US" sz="1100" dirty="0" smtClean="0"/>
              <a:t>반영되지 않는다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cxnSp>
        <p:nvCxnSpPr>
          <p:cNvPr id="15" name="직선 연결선 14"/>
          <p:cNvCxnSpPr/>
          <p:nvPr/>
        </p:nvCxnSpPr>
        <p:spPr>
          <a:xfrm>
            <a:off x="571472" y="3071810"/>
            <a:ext cx="5715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571472" y="3143248"/>
            <a:ext cx="1428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2844" y="3143248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protocol</a:t>
            </a:r>
            <a:endParaRPr lang="ko-KR" altLang="en-US" sz="1100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1214414" y="3071810"/>
            <a:ext cx="78581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V="1">
            <a:off x="1357290" y="3143248"/>
            <a:ext cx="1428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28662" y="3143248"/>
            <a:ext cx="9685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domain</a:t>
            </a:r>
          </a:p>
          <a:p>
            <a:r>
              <a:rPr lang="en-US" altLang="ko-KR" sz="1100" dirty="0"/>
              <a:t>s</a:t>
            </a:r>
            <a:r>
              <a:rPr lang="en-US" altLang="ko-KR" sz="1100" dirty="0" smtClean="0"/>
              <a:t>erver name</a:t>
            </a:r>
            <a:endParaRPr lang="ko-KR" altLang="en-US" sz="11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2071670" y="3071810"/>
            <a:ext cx="42862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V="1">
            <a:off x="2132610" y="3143248"/>
            <a:ext cx="1428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03982" y="3143248"/>
            <a:ext cx="67265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server port</a:t>
            </a:r>
          </a:p>
          <a:p>
            <a:r>
              <a:rPr lang="en-US" altLang="ko-KR" sz="1100" dirty="0" smtClean="0"/>
              <a:t>  *http</a:t>
            </a:r>
            <a:r>
              <a:rPr lang="ko-KR" altLang="en-US" sz="1100" dirty="0" smtClean="0"/>
              <a:t>를 사용하면 포트번호 </a:t>
            </a:r>
            <a:r>
              <a:rPr lang="en-US" altLang="ko-KR" sz="1100" dirty="0" smtClean="0"/>
              <a:t>80</a:t>
            </a:r>
            <a:r>
              <a:rPr lang="ko-KR" altLang="en-US" sz="1100" dirty="0" smtClean="0"/>
              <a:t>이 자동으로 붙고</a:t>
            </a:r>
            <a:r>
              <a:rPr lang="en-US" altLang="ko-KR" sz="1100" dirty="0" smtClean="0"/>
              <a:t>, https</a:t>
            </a:r>
            <a:r>
              <a:rPr lang="ko-KR" altLang="en-US" sz="1100" dirty="0" smtClean="0"/>
              <a:t>를 사용하면 포트번호 </a:t>
            </a:r>
            <a:r>
              <a:rPr lang="en-US" altLang="ko-KR" sz="1100" dirty="0" smtClean="0"/>
              <a:t>443</a:t>
            </a:r>
            <a:r>
              <a:rPr lang="ko-KR" altLang="en-US" sz="1100" dirty="0" smtClean="0"/>
              <a:t>이 자동으로 붙는다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2643174" y="3071810"/>
            <a:ext cx="150019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V="1">
            <a:off x="3275618" y="3143248"/>
            <a:ext cx="1428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846990" y="314324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path</a:t>
            </a:r>
            <a:endParaRPr lang="ko-KR" altLang="en-US" sz="1100" dirty="0"/>
          </a:p>
        </p:txBody>
      </p:sp>
      <p:cxnSp>
        <p:nvCxnSpPr>
          <p:cNvPr id="34" name="직선 화살표 연결선 33"/>
          <p:cNvCxnSpPr/>
          <p:nvPr/>
        </p:nvCxnSpPr>
        <p:spPr>
          <a:xfrm rot="16200000" flipV="1">
            <a:off x="4857752" y="3071810"/>
            <a:ext cx="14287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0" y="3143248"/>
            <a:ext cx="12586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요청파일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자원</a:t>
            </a:r>
            <a:r>
              <a:rPr lang="en-US" altLang="ko-KR" sz="1100" dirty="0" smtClean="0"/>
              <a:t>)</a:t>
            </a:r>
            <a:r>
              <a:rPr lang="ko-KR" altLang="en-US" sz="1100" dirty="0" smtClean="0"/>
              <a:t>명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-24"/>
            <a:ext cx="8145178" cy="7232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/>
              <a:t>*</a:t>
            </a:r>
            <a:r>
              <a:rPr lang="ko-KR" altLang="en-US" sz="1600" b="1" dirty="0" smtClean="0"/>
              <a:t>줄 변경 </a:t>
            </a:r>
            <a:r>
              <a:rPr lang="en-US" altLang="ko-KR" sz="1600" b="1" dirty="0" smtClean="0"/>
              <a:t>tag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web browser</a:t>
            </a:r>
            <a:r>
              <a:rPr lang="ko-KR" altLang="en-US" sz="1600" dirty="0" smtClean="0"/>
              <a:t>는 </a:t>
            </a:r>
            <a:r>
              <a:rPr lang="en-US" altLang="ko-KR" sz="1600" b="1" dirty="0" smtClean="0"/>
              <a:t>\n</a:t>
            </a:r>
            <a:r>
              <a:rPr lang="ko-KR" altLang="en-US" sz="1600" dirty="0" smtClean="0"/>
              <a:t>으로 줄을 변경할 수 없다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-&lt;</a:t>
            </a:r>
            <a:r>
              <a:rPr lang="en-US" altLang="ko-KR" sz="1600" dirty="0" err="1" smtClean="0"/>
              <a:t>br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br</a:t>
            </a:r>
            <a:r>
              <a:rPr lang="en-US" altLang="ko-KR" sz="1600" b="1" dirty="0" smtClean="0"/>
              <a:t>/</a:t>
            </a:r>
            <a:r>
              <a:rPr lang="en-US" altLang="ko-KR" sz="1600" dirty="0" smtClean="0"/>
              <a:t>&gt; : </a:t>
            </a:r>
            <a:r>
              <a:rPr lang="ko-KR" altLang="en-US" sz="1600" dirty="0" smtClean="0"/>
              <a:t>줄을 변경할 위치에서 태그를 정의하면 줄을 바꿔서 다음 행을 그린다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 -&lt;p&gt; : </a:t>
            </a:r>
            <a:r>
              <a:rPr lang="ko-KR" altLang="en-US" sz="1600" dirty="0" smtClean="0"/>
              <a:t>문단태그 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문단을 만들 때 사용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   &lt;p&gt;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</a:t>
            </a:r>
            <a:r>
              <a:rPr lang="ko-KR" altLang="en-US" sz="1600" dirty="0" smtClean="0"/>
              <a:t>문단으로 들어갈 문장 들</a:t>
            </a:r>
            <a:r>
              <a:rPr lang="en-US" altLang="ko-KR" sz="1600" dirty="0" smtClean="0"/>
              <a:t>…….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&lt;p/&gt;</a:t>
            </a:r>
          </a:p>
          <a:p>
            <a:endParaRPr lang="en-US" altLang="ko-KR" sz="1600" dirty="0" smtClean="0"/>
          </a:p>
          <a:p>
            <a:r>
              <a:rPr lang="en-US" altLang="ko-KR" sz="1600" b="1" dirty="0" smtClean="0"/>
              <a:t>*HTML </a:t>
            </a:r>
            <a:r>
              <a:rPr lang="ko-KR" altLang="en-US" sz="1600" b="1" dirty="0" smtClean="0"/>
              <a:t>주석</a:t>
            </a:r>
            <a:endParaRPr lang="en-US" altLang="ko-KR" sz="1600" b="1" dirty="0"/>
          </a:p>
          <a:p>
            <a:r>
              <a:rPr lang="en-US" altLang="ko-KR" sz="1600" dirty="0" smtClean="0"/>
              <a:t> - HTML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태그의 실행을 막을 때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모든 </a:t>
            </a:r>
            <a:r>
              <a:rPr lang="en-US" altLang="ko-KR" sz="1600" dirty="0" smtClean="0"/>
              <a:t>ML</a:t>
            </a:r>
            <a:r>
              <a:rPr lang="ko-KR" altLang="en-US" sz="1600" dirty="0" smtClean="0"/>
              <a:t>은 주석이 같다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소스보기 하면 주석의 내용은 보인다</a:t>
            </a:r>
            <a:r>
              <a:rPr lang="en-US" altLang="ko-KR" sz="1600" dirty="0" smtClean="0"/>
              <a:t>. </a:t>
            </a:r>
          </a:p>
          <a:p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b="1" dirty="0" smtClean="0"/>
              <a:t>&lt;!--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한줄</a:t>
            </a:r>
            <a:r>
              <a:rPr lang="ko-KR" altLang="en-US" sz="1600" dirty="0" smtClean="0"/>
              <a:t> 주석</a:t>
            </a:r>
            <a:r>
              <a:rPr lang="en-US" altLang="ko-KR" sz="1600" dirty="0" smtClean="0"/>
              <a:t> </a:t>
            </a:r>
            <a:r>
              <a:rPr lang="en-US" altLang="ko-KR" sz="1600" b="1" dirty="0" smtClean="0"/>
              <a:t>--&gt;</a:t>
            </a:r>
            <a:endParaRPr lang="en-US" altLang="ko-KR" sz="1600" b="1" dirty="0" smtClean="0">
              <a:sym typeface="Wingdings" pitchFamily="2" charset="2"/>
            </a:endParaRPr>
          </a:p>
          <a:p>
            <a:endParaRPr lang="en-US" altLang="ko-KR" sz="1600" dirty="0"/>
          </a:p>
          <a:p>
            <a:r>
              <a:rPr lang="en-US" altLang="ko-KR" sz="1600" dirty="0" smtClean="0"/>
              <a:t>  </a:t>
            </a:r>
            <a:r>
              <a:rPr lang="en-US" altLang="ko-KR" sz="1600" b="1" dirty="0" smtClean="0"/>
              <a:t>&lt;!--</a:t>
            </a:r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여러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smtClean="0"/>
              <a:t>줄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주석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b="1" dirty="0" smtClean="0"/>
              <a:t>--&gt;</a:t>
            </a:r>
          </a:p>
          <a:p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10800000">
            <a:off x="1357290" y="1083688"/>
            <a:ext cx="21431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43042" y="1155126"/>
            <a:ext cx="54841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태그 작성법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-</a:t>
            </a:r>
            <a:r>
              <a:rPr lang="ko-KR" altLang="en-US" sz="1400" dirty="0" smtClean="0"/>
              <a:t>태그 사이에 내용이 있을 때</a:t>
            </a:r>
            <a:r>
              <a:rPr lang="en-US" altLang="ko-KR" sz="1400" dirty="0" smtClean="0"/>
              <a:t>.  : &lt;</a:t>
            </a:r>
            <a:r>
              <a:rPr lang="ko-KR" altLang="en-US" sz="1400" dirty="0" err="1" smtClean="0"/>
              <a:t>시작태그명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내용</a:t>
            </a:r>
            <a:r>
              <a:rPr lang="en-US" altLang="ko-KR" sz="1400" dirty="0" smtClean="0"/>
              <a:t>&lt;/</a:t>
            </a:r>
            <a:r>
              <a:rPr lang="ko-KR" altLang="en-US" sz="1400" dirty="0" err="1" smtClean="0"/>
              <a:t>끝태그명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 smtClean="0"/>
              <a:t>  -</a:t>
            </a:r>
            <a:r>
              <a:rPr lang="ko-KR" altLang="en-US" sz="1400" dirty="0" smtClean="0"/>
              <a:t>태그 사이에 내용이 없을 때</a:t>
            </a:r>
            <a:r>
              <a:rPr lang="en-US" altLang="ko-KR" sz="1400" dirty="0" smtClean="0"/>
              <a:t>.  :  &lt;</a:t>
            </a:r>
            <a:r>
              <a:rPr lang="ko-KR" altLang="en-US" sz="1400" dirty="0" err="1" smtClean="0"/>
              <a:t>시작태그명</a:t>
            </a:r>
            <a:r>
              <a:rPr lang="en-US" altLang="ko-KR" sz="1400" dirty="0" smtClean="0"/>
              <a:t>&gt;&lt;/</a:t>
            </a:r>
            <a:r>
              <a:rPr lang="ko-KR" altLang="en-US" sz="1400" dirty="0" err="1" smtClean="0"/>
              <a:t>끝태그명</a:t>
            </a:r>
            <a:r>
              <a:rPr lang="en-US" altLang="ko-KR" sz="1400" dirty="0" smtClean="0"/>
              <a:t>&gt;</a:t>
            </a:r>
          </a:p>
          <a:p>
            <a:endParaRPr lang="ko-KR" altLang="en-US" sz="1400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4572000" y="1869506"/>
            <a:ext cx="192882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rot="10800000">
            <a:off x="5500694" y="1940944"/>
            <a:ext cx="1428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72132" y="1940944"/>
            <a:ext cx="2169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줄여서 </a:t>
            </a:r>
            <a:r>
              <a:rPr lang="en-US" altLang="ko-KR" sz="1400" dirty="0" smtClean="0"/>
              <a:t>:  &lt;</a:t>
            </a:r>
            <a:r>
              <a:rPr lang="ko-KR" altLang="en-US" sz="1400" dirty="0" err="1" smtClean="0"/>
              <a:t>시작태그명</a:t>
            </a:r>
            <a:r>
              <a:rPr lang="en-US" altLang="ko-KR" sz="1400" dirty="0" smtClean="0"/>
              <a:t>/&gt;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8529323" cy="6032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*Markup tag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본문에서 특정 부분을 강조하여 보여 주는 것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진하게 </a:t>
            </a:r>
            <a:r>
              <a:rPr lang="en-US" altLang="ko-KR" sz="1600" dirty="0" smtClean="0"/>
              <a:t>: &lt;b&gt;, &lt;strong&gt;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</a:t>
            </a:r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 &lt;b&gt;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&lt;/b&gt;, &lt;strong&gt;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&lt;/strong&gt; 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크게 </a:t>
            </a:r>
            <a:r>
              <a:rPr lang="en-US" altLang="ko-KR" sz="1600" dirty="0" smtClean="0"/>
              <a:t>: &lt;big&gt; - HTML5</a:t>
            </a:r>
            <a:r>
              <a:rPr lang="ko-KR" altLang="en-US" sz="1600" dirty="0" smtClean="0"/>
              <a:t>에서 지원하지 않는 태그</a:t>
            </a:r>
            <a:r>
              <a:rPr lang="en-US" altLang="ko-KR" sz="1600" dirty="0" smtClean="0"/>
              <a:t>. -&gt; web browser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Rendering</a:t>
            </a:r>
            <a:r>
              <a:rPr lang="ko-KR" altLang="en-US" sz="1600" dirty="0" smtClean="0"/>
              <a:t>은 잘됨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작게 </a:t>
            </a:r>
            <a:r>
              <a:rPr lang="en-US" altLang="ko-KR" sz="1600" dirty="0" smtClean="0"/>
              <a:t>: &lt;small&gt;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밑줄 </a:t>
            </a:r>
            <a:r>
              <a:rPr lang="en-US" altLang="ko-KR" sz="1600" dirty="0" smtClean="0"/>
              <a:t>: &lt;u&gt; - HTML5</a:t>
            </a:r>
            <a:r>
              <a:rPr lang="ko-KR" altLang="en-US" sz="1600" dirty="0" smtClean="0"/>
              <a:t>에서 지원하지 않는태그</a:t>
            </a:r>
            <a:endParaRPr lang="en-US" altLang="ko-KR" sz="1600" dirty="0" smtClean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취소선 </a:t>
            </a:r>
            <a:r>
              <a:rPr lang="en-US" altLang="ko-KR" sz="1600" dirty="0" smtClean="0"/>
              <a:t>: &lt;strike&gt; - HTML5</a:t>
            </a:r>
            <a:r>
              <a:rPr lang="ko-KR" altLang="en-US" sz="1600" dirty="0" smtClean="0"/>
              <a:t>에서 지원하지 않는태그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윗첨자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: &lt;sup&gt;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아랫첨자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: &lt;sub&gt;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이탤릭 </a:t>
            </a:r>
            <a:r>
              <a:rPr lang="en-US" altLang="ko-KR" sz="1600" dirty="0" smtClean="0"/>
              <a:t>: &lt;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형광펜</a:t>
            </a:r>
            <a:r>
              <a:rPr lang="ko-KR" altLang="en-US" sz="1600" dirty="0" smtClean="0"/>
              <a:t> 효과 </a:t>
            </a:r>
            <a:r>
              <a:rPr lang="en-US" altLang="ko-KR" sz="1600" dirty="0" smtClean="0"/>
              <a:t>: &lt;mark&gt; - HTML5</a:t>
            </a:r>
            <a:r>
              <a:rPr lang="ko-KR" altLang="en-US" sz="1600" dirty="0" smtClean="0"/>
              <a:t>에서 새로 지원되는태그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*</a:t>
            </a:r>
            <a:r>
              <a:rPr lang="ko-KR" altLang="en-US" sz="1600" b="1" dirty="0" smtClean="0"/>
              <a:t>속성</a:t>
            </a:r>
            <a:r>
              <a:rPr lang="en-US" altLang="ko-KR" sz="1600" b="1" dirty="0" smtClean="0"/>
              <a:t>( Attribute 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이 있는 태그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개발자가 원하는 값을 넣어 태그를 다양한 형태로 사용할 때 속성을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모든 태그에서 사용할 수 있는 속성을 </a:t>
            </a:r>
            <a:r>
              <a:rPr lang="en-US" altLang="ko-KR" sz="1600" dirty="0" smtClean="0"/>
              <a:t>global attribute </a:t>
            </a:r>
            <a:r>
              <a:rPr lang="ko-KR" altLang="en-US" sz="1600" dirty="0" smtClean="0"/>
              <a:t>이라고 한다</a:t>
            </a:r>
            <a:r>
              <a:rPr lang="en-US" altLang="ko-KR" sz="1600" dirty="0" smtClean="0"/>
              <a:t>.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속성에 할당하는 값은 </a:t>
            </a:r>
            <a:r>
              <a:rPr lang="en-US" altLang="ko-KR" sz="1600" b="1" dirty="0" smtClean="0"/>
              <a:t>“</a:t>
            </a:r>
            <a:r>
              <a:rPr lang="ko-KR" altLang="en-US" sz="1600" b="1" dirty="0" smtClean="0"/>
              <a:t>값</a:t>
            </a:r>
            <a:r>
              <a:rPr lang="en-US" altLang="ko-KR" sz="1600" b="1" dirty="0" smtClean="0"/>
              <a:t>”</a:t>
            </a:r>
            <a:r>
              <a:rPr lang="en-US" altLang="ko-KR" sz="1600" dirty="0" smtClean="0"/>
              <a:t>, </a:t>
            </a:r>
            <a:r>
              <a:rPr lang="en-US" altLang="ko-KR" sz="1600" b="1" dirty="0" smtClean="0"/>
              <a:t>‘</a:t>
            </a:r>
            <a:r>
              <a:rPr lang="ko-KR" altLang="en-US" sz="1600" b="1" dirty="0" smtClean="0"/>
              <a:t>값</a:t>
            </a:r>
            <a:r>
              <a:rPr lang="en-US" altLang="ko-KR" sz="1600" b="1" dirty="0" smtClean="0"/>
              <a:t>’</a:t>
            </a:r>
            <a:r>
              <a:rPr lang="en-US" altLang="ko-KR" sz="1600" dirty="0" smtClean="0"/>
              <a:t>, </a:t>
            </a:r>
            <a:r>
              <a:rPr lang="ko-KR" altLang="en-US" sz="1600" b="1" dirty="0" smtClean="0"/>
              <a:t>값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3</a:t>
            </a:r>
            <a:r>
              <a:rPr lang="ko-KR" altLang="en-US" sz="1600" dirty="0" smtClean="0"/>
              <a:t>가지 형태로 사용할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태그마다 사용할 수 있는 속성은 결정되어있다</a:t>
            </a:r>
            <a:r>
              <a:rPr lang="en-US" altLang="ko-KR" sz="1600" dirty="0" smtClean="0"/>
              <a:t>. ( DTD 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속성은 기본값이 있어서 속성을 명시하지 않으면 설정된 기본 값이 들어간다</a:t>
            </a:r>
            <a:r>
              <a:rPr lang="en-US" altLang="ko-KR" sz="1600" dirty="0" smtClean="0"/>
              <a:t>. 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&lt;</a:t>
            </a:r>
            <a:r>
              <a:rPr lang="ko-KR" altLang="en-US" sz="1600" dirty="0" err="1" smtClean="0"/>
              <a:t>태그명</a:t>
            </a:r>
            <a:r>
              <a:rPr lang="ko-KR" altLang="en-US" sz="1600" dirty="0" smtClean="0"/>
              <a:t>  </a:t>
            </a:r>
            <a:r>
              <a:rPr lang="ko-KR" altLang="en-US" sz="1600" dirty="0" err="1" smtClean="0"/>
              <a:t>속성명</a:t>
            </a:r>
            <a:r>
              <a:rPr lang="en-US" altLang="ko-KR" sz="1600" dirty="0" smtClean="0"/>
              <a:t>=“</a:t>
            </a:r>
            <a:r>
              <a:rPr lang="ko-KR" altLang="en-US" sz="1600" dirty="0" smtClean="0"/>
              <a:t>값</a:t>
            </a:r>
            <a:r>
              <a:rPr lang="en-US" altLang="ko-KR" sz="1600" dirty="0" smtClean="0"/>
              <a:t>” </a:t>
            </a:r>
            <a:r>
              <a:rPr lang="ko-KR" altLang="en-US" sz="1600" dirty="0" err="1" smtClean="0"/>
              <a:t>속성명</a:t>
            </a:r>
            <a:r>
              <a:rPr lang="en-US" altLang="ko-KR" sz="1600" dirty="0" smtClean="0"/>
              <a:t>=‘</a:t>
            </a:r>
            <a:r>
              <a:rPr lang="ko-KR" altLang="en-US" sz="1600" dirty="0" smtClean="0"/>
              <a:t>값</a:t>
            </a:r>
            <a:r>
              <a:rPr lang="en-US" altLang="ko-KR" sz="1600" dirty="0" smtClean="0"/>
              <a:t>’  </a:t>
            </a:r>
            <a:r>
              <a:rPr lang="ko-KR" altLang="en-US" sz="1600" dirty="0" err="1" smtClean="0"/>
              <a:t>속성명</a:t>
            </a:r>
            <a:r>
              <a:rPr lang="en-US" altLang="ko-KR" sz="1600" dirty="0" smtClean="0"/>
              <a:t>=</a:t>
            </a:r>
            <a:r>
              <a:rPr lang="ko-KR" altLang="en-US" sz="1600" dirty="0" smtClean="0"/>
              <a:t>값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ko-KR" altLang="en-US" sz="1600" dirty="0" err="1" smtClean="0"/>
              <a:t>태그명</a:t>
            </a:r>
            <a:r>
              <a:rPr lang="en-US" altLang="ko-KR" sz="1600" dirty="0" smtClean="0"/>
              <a:t>&gt;</a:t>
            </a:r>
            <a:endParaRPr lang="ko-KR" altLang="en-US" sz="1600" dirty="0"/>
          </a:p>
        </p:txBody>
      </p:sp>
      <p:cxnSp>
        <p:nvCxnSpPr>
          <p:cNvPr id="6" name="직선 화살표 연결선 5"/>
          <p:cNvCxnSpPr/>
          <p:nvPr/>
        </p:nvCxnSpPr>
        <p:spPr>
          <a:xfrm rot="10800000" flipV="1">
            <a:off x="4214810" y="1214422"/>
            <a:ext cx="500066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14876" y="928670"/>
            <a:ext cx="3985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리더기를 사용하여 읽어들 일 때에 강조하여 읽어준다</a:t>
            </a:r>
            <a:r>
              <a:rPr lang="en-US" altLang="ko-KR" sz="1200" dirty="0" smtClean="0"/>
              <a:t>. </a:t>
            </a:r>
            <a:endParaRPr lang="ko-KR" altLang="en-US" sz="1200" dirty="0"/>
          </a:p>
        </p:txBody>
      </p:sp>
      <p:sp>
        <p:nvSpPr>
          <p:cNvPr id="8" name="자유형 7"/>
          <p:cNvSpPr/>
          <p:nvPr/>
        </p:nvSpPr>
        <p:spPr>
          <a:xfrm>
            <a:off x="2533650" y="5041900"/>
            <a:ext cx="241300" cy="1022350"/>
          </a:xfrm>
          <a:custGeom>
            <a:avLst/>
            <a:gdLst>
              <a:gd name="connsiteX0" fmla="*/ 241300 w 241300"/>
              <a:gd name="connsiteY0" fmla="*/ 0 h 1022350"/>
              <a:gd name="connsiteX1" fmla="*/ 228600 w 241300"/>
              <a:gd name="connsiteY1" fmla="*/ 50800 h 1022350"/>
              <a:gd name="connsiteX2" fmla="*/ 215900 w 241300"/>
              <a:gd name="connsiteY2" fmla="*/ 101600 h 1022350"/>
              <a:gd name="connsiteX3" fmla="*/ 203200 w 241300"/>
              <a:gd name="connsiteY3" fmla="*/ 120650 h 1022350"/>
              <a:gd name="connsiteX4" fmla="*/ 184150 w 241300"/>
              <a:gd name="connsiteY4" fmla="*/ 165100 h 1022350"/>
              <a:gd name="connsiteX5" fmla="*/ 165100 w 241300"/>
              <a:gd name="connsiteY5" fmla="*/ 184150 h 1022350"/>
              <a:gd name="connsiteX6" fmla="*/ 158750 w 241300"/>
              <a:gd name="connsiteY6" fmla="*/ 203200 h 1022350"/>
              <a:gd name="connsiteX7" fmla="*/ 127000 w 241300"/>
              <a:gd name="connsiteY7" fmla="*/ 247650 h 1022350"/>
              <a:gd name="connsiteX8" fmla="*/ 114300 w 241300"/>
              <a:gd name="connsiteY8" fmla="*/ 266700 h 1022350"/>
              <a:gd name="connsiteX9" fmla="*/ 69850 w 241300"/>
              <a:gd name="connsiteY9" fmla="*/ 330200 h 1022350"/>
              <a:gd name="connsiteX10" fmla="*/ 57150 w 241300"/>
              <a:gd name="connsiteY10" fmla="*/ 349250 h 1022350"/>
              <a:gd name="connsiteX11" fmla="*/ 44450 w 241300"/>
              <a:gd name="connsiteY11" fmla="*/ 368300 h 1022350"/>
              <a:gd name="connsiteX12" fmla="*/ 31750 w 241300"/>
              <a:gd name="connsiteY12" fmla="*/ 406400 h 1022350"/>
              <a:gd name="connsiteX13" fmla="*/ 19050 w 241300"/>
              <a:gd name="connsiteY13" fmla="*/ 450850 h 1022350"/>
              <a:gd name="connsiteX14" fmla="*/ 12700 w 241300"/>
              <a:gd name="connsiteY14" fmla="*/ 495300 h 1022350"/>
              <a:gd name="connsiteX15" fmla="*/ 6350 w 241300"/>
              <a:gd name="connsiteY15" fmla="*/ 520700 h 1022350"/>
              <a:gd name="connsiteX16" fmla="*/ 0 w 241300"/>
              <a:gd name="connsiteY16" fmla="*/ 552450 h 1022350"/>
              <a:gd name="connsiteX17" fmla="*/ 6350 w 241300"/>
              <a:gd name="connsiteY17" fmla="*/ 723900 h 1022350"/>
              <a:gd name="connsiteX18" fmla="*/ 12700 w 241300"/>
              <a:gd name="connsiteY18" fmla="*/ 762000 h 1022350"/>
              <a:gd name="connsiteX19" fmla="*/ 19050 w 241300"/>
              <a:gd name="connsiteY19" fmla="*/ 869950 h 1022350"/>
              <a:gd name="connsiteX20" fmla="*/ 19050 w 241300"/>
              <a:gd name="connsiteY20" fmla="*/ 1022350 h 102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1300" h="1022350">
                <a:moveTo>
                  <a:pt x="241300" y="0"/>
                </a:moveTo>
                <a:cubicBezTo>
                  <a:pt x="229161" y="36417"/>
                  <a:pt x="240094" y="992"/>
                  <a:pt x="228600" y="50800"/>
                </a:cubicBezTo>
                <a:cubicBezTo>
                  <a:pt x="224675" y="67807"/>
                  <a:pt x="225582" y="87077"/>
                  <a:pt x="215900" y="101600"/>
                </a:cubicBezTo>
                <a:cubicBezTo>
                  <a:pt x="211667" y="107950"/>
                  <a:pt x="206613" y="113824"/>
                  <a:pt x="203200" y="120650"/>
                </a:cubicBezTo>
                <a:cubicBezTo>
                  <a:pt x="189381" y="148288"/>
                  <a:pt x="206173" y="134268"/>
                  <a:pt x="184150" y="165100"/>
                </a:cubicBezTo>
                <a:cubicBezTo>
                  <a:pt x="178930" y="172408"/>
                  <a:pt x="171450" y="177800"/>
                  <a:pt x="165100" y="184150"/>
                </a:cubicBezTo>
                <a:cubicBezTo>
                  <a:pt x="162983" y="190500"/>
                  <a:pt x="161743" y="197213"/>
                  <a:pt x="158750" y="203200"/>
                </a:cubicBezTo>
                <a:cubicBezTo>
                  <a:pt x="153762" y="213177"/>
                  <a:pt x="131794" y="240939"/>
                  <a:pt x="127000" y="247650"/>
                </a:cubicBezTo>
                <a:cubicBezTo>
                  <a:pt x="122564" y="253860"/>
                  <a:pt x="118736" y="260490"/>
                  <a:pt x="114300" y="266700"/>
                </a:cubicBezTo>
                <a:cubicBezTo>
                  <a:pt x="67286" y="332519"/>
                  <a:pt x="128242" y="242612"/>
                  <a:pt x="69850" y="330200"/>
                </a:cubicBezTo>
                <a:lnTo>
                  <a:pt x="57150" y="349250"/>
                </a:lnTo>
                <a:cubicBezTo>
                  <a:pt x="52917" y="355600"/>
                  <a:pt x="46863" y="361060"/>
                  <a:pt x="44450" y="368300"/>
                </a:cubicBezTo>
                <a:cubicBezTo>
                  <a:pt x="40217" y="381000"/>
                  <a:pt x="34997" y="393413"/>
                  <a:pt x="31750" y="406400"/>
                </a:cubicBezTo>
                <a:cubicBezTo>
                  <a:pt x="23777" y="438294"/>
                  <a:pt x="28160" y="423521"/>
                  <a:pt x="19050" y="450850"/>
                </a:cubicBezTo>
                <a:cubicBezTo>
                  <a:pt x="16933" y="465667"/>
                  <a:pt x="15377" y="480574"/>
                  <a:pt x="12700" y="495300"/>
                </a:cubicBezTo>
                <a:cubicBezTo>
                  <a:pt x="11139" y="503886"/>
                  <a:pt x="8243" y="512181"/>
                  <a:pt x="6350" y="520700"/>
                </a:cubicBezTo>
                <a:cubicBezTo>
                  <a:pt x="4009" y="531236"/>
                  <a:pt x="2117" y="541867"/>
                  <a:pt x="0" y="552450"/>
                </a:cubicBezTo>
                <a:cubicBezTo>
                  <a:pt x="2117" y="609600"/>
                  <a:pt x="2890" y="666816"/>
                  <a:pt x="6350" y="723900"/>
                </a:cubicBezTo>
                <a:cubicBezTo>
                  <a:pt x="7129" y="736752"/>
                  <a:pt x="11585" y="749173"/>
                  <a:pt x="12700" y="762000"/>
                </a:cubicBezTo>
                <a:cubicBezTo>
                  <a:pt x="15823" y="797910"/>
                  <a:pt x="18171" y="833915"/>
                  <a:pt x="19050" y="869950"/>
                </a:cubicBezTo>
                <a:cubicBezTo>
                  <a:pt x="20289" y="920735"/>
                  <a:pt x="19050" y="971550"/>
                  <a:pt x="19050" y="10223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 8"/>
          <p:cNvSpPr/>
          <p:nvPr/>
        </p:nvSpPr>
        <p:spPr>
          <a:xfrm>
            <a:off x="3220007" y="5003800"/>
            <a:ext cx="418543" cy="1041400"/>
          </a:xfrm>
          <a:custGeom>
            <a:avLst/>
            <a:gdLst>
              <a:gd name="connsiteX0" fmla="*/ 69293 w 418543"/>
              <a:gd name="connsiteY0" fmla="*/ 0 h 1041400"/>
              <a:gd name="connsiteX1" fmla="*/ 56593 w 418543"/>
              <a:gd name="connsiteY1" fmla="*/ 38100 h 1041400"/>
              <a:gd name="connsiteX2" fmla="*/ 50243 w 418543"/>
              <a:gd name="connsiteY2" fmla="*/ 63500 h 1041400"/>
              <a:gd name="connsiteX3" fmla="*/ 37543 w 418543"/>
              <a:gd name="connsiteY3" fmla="*/ 101600 h 1041400"/>
              <a:gd name="connsiteX4" fmla="*/ 31193 w 418543"/>
              <a:gd name="connsiteY4" fmla="*/ 133350 h 1041400"/>
              <a:gd name="connsiteX5" fmla="*/ 18493 w 418543"/>
              <a:gd name="connsiteY5" fmla="*/ 165100 h 1041400"/>
              <a:gd name="connsiteX6" fmla="*/ 12143 w 418543"/>
              <a:gd name="connsiteY6" fmla="*/ 184150 h 1041400"/>
              <a:gd name="connsiteX7" fmla="*/ 12143 w 418543"/>
              <a:gd name="connsiteY7" fmla="*/ 400050 h 1041400"/>
              <a:gd name="connsiteX8" fmla="*/ 31193 w 418543"/>
              <a:gd name="connsiteY8" fmla="*/ 463550 h 1041400"/>
              <a:gd name="connsiteX9" fmla="*/ 43893 w 418543"/>
              <a:gd name="connsiteY9" fmla="*/ 488950 h 1041400"/>
              <a:gd name="connsiteX10" fmla="*/ 56593 w 418543"/>
              <a:gd name="connsiteY10" fmla="*/ 508000 h 1041400"/>
              <a:gd name="connsiteX11" fmla="*/ 62943 w 418543"/>
              <a:gd name="connsiteY11" fmla="*/ 527050 h 1041400"/>
              <a:gd name="connsiteX12" fmla="*/ 75643 w 418543"/>
              <a:gd name="connsiteY12" fmla="*/ 546100 h 1041400"/>
              <a:gd name="connsiteX13" fmla="*/ 88343 w 418543"/>
              <a:gd name="connsiteY13" fmla="*/ 571500 h 1041400"/>
              <a:gd name="connsiteX14" fmla="*/ 107393 w 418543"/>
              <a:gd name="connsiteY14" fmla="*/ 584200 h 1041400"/>
              <a:gd name="connsiteX15" fmla="*/ 145493 w 418543"/>
              <a:gd name="connsiteY15" fmla="*/ 622300 h 1041400"/>
              <a:gd name="connsiteX16" fmla="*/ 183593 w 418543"/>
              <a:gd name="connsiteY16" fmla="*/ 673100 h 1041400"/>
              <a:gd name="connsiteX17" fmla="*/ 189943 w 418543"/>
              <a:gd name="connsiteY17" fmla="*/ 692150 h 1041400"/>
              <a:gd name="connsiteX18" fmla="*/ 228043 w 418543"/>
              <a:gd name="connsiteY18" fmla="*/ 755650 h 1041400"/>
              <a:gd name="connsiteX19" fmla="*/ 247093 w 418543"/>
              <a:gd name="connsiteY19" fmla="*/ 774700 h 1041400"/>
              <a:gd name="connsiteX20" fmla="*/ 272493 w 418543"/>
              <a:gd name="connsiteY20" fmla="*/ 812800 h 1041400"/>
              <a:gd name="connsiteX21" fmla="*/ 335993 w 418543"/>
              <a:gd name="connsiteY21" fmla="*/ 889000 h 1041400"/>
              <a:gd name="connsiteX22" fmla="*/ 348693 w 418543"/>
              <a:gd name="connsiteY22" fmla="*/ 908050 h 1041400"/>
              <a:gd name="connsiteX23" fmla="*/ 355043 w 418543"/>
              <a:gd name="connsiteY23" fmla="*/ 927100 h 1041400"/>
              <a:gd name="connsiteX24" fmla="*/ 393143 w 418543"/>
              <a:gd name="connsiteY24" fmla="*/ 984250 h 1041400"/>
              <a:gd name="connsiteX25" fmla="*/ 405843 w 418543"/>
              <a:gd name="connsiteY25" fmla="*/ 1003300 h 1041400"/>
              <a:gd name="connsiteX26" fmla="*/ 418543 w 418543"/>
              <a:gd name="connsiteY26" fmla="*/ 104140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18543" h="1041400">
                <a:moveTo>
                  <a:pt x="69293" y="0"/>
                </a:moveTo>
                <a:cubicBezTo>
                  <a:pt x="65060" y="12700"/>
                  <a:pt x="59840" y="25113"/>
                  <a:pt x="56593" y="38100"/>
                </a:cubicBezTo>
                <a:cubicBezTo>
                  <a:pt x="54476" y="46567"/>
                  <a:pt x="52751" y="55141"/>
                  <a:pt x="50243" y="63500"/>
                </a:cubicBezTo>
                <a:cubicBezTo>
                  <a:pt x="46396" y="76322"/>
                  <a:pt x="40168" y="88473"/>
                  <a:pt x="37543" y="101600"/>
                </a:cubicBezTo>
                <a:cubicBezTo>
                  <a:pt x="35426" y="112183"/>
                  <a:pt x="34294" y="123012"/>
                  <a:pt x="31193" y="133350"/>
                </a:cubicBezTo>
                <a:cubicBezTo>
                  <a:pt x="27918" y="144268"/>
                  <a:pt x="22495" y="154427"/>
                  <a:pt x="18493" y="165100"/>
                </a:cubicBezTo>
                <a:cubicBezTo>
                  <a:pt x="16143" y="171367"/>
                  <a:pt x="14260" y="177800"/>
                  <a:pt x="12143" y="184150"/>
                </a:cubicBezTo>
                <a:cubicBezTo>
                  <a:pt x="0" y="281293"/>
                  <a:pt x="1787" y="244703"/>
                  <a:pt x="12143" y="400050"/>
                </a:cubicBezTo>
                <a:cubicBezTo>
                  <a:pt x="12844" y="410567"/>
                  <a:pt x="29379" y="459921"/>
                  <a:pt x="31193" y="463550"/>
                </a:cubicBezTo>
                <a:cubicBezTo>
                  <a:pt x="35426" y="472017"/>
                  <a:pt x="39197" y="480731"/>
                  <a:pt x="43893" y="488950"/>
                </a:cubicBezTo>
                <a:cubicBezTo>
                  <a:pt x="47679" y="495576"/>
                  <a:pt x="53180" y="501174"/>
                  <a:pt x="56593" y="508000"/>
                </a:cubicBezTo>
                <a:cubicBezTo>
                  <a:pt x="59586" y="513987"/>
                  <a:pt x="59950" y="521063"/>
                  <a:pt x="62943" y="527050"/>
                </a:cubicBezTo>
                <a:cubicBezTo>
                  <a:pt x="66356" y="533876"/>
                  <a:pt x="71857" y="539474"/>
                  <a:pt x="75643" y="546100"/>
                </a:cubicBezTo>
                <a:cubicBezTo>
                  <a:pt x="80339" y="554319"/>
                  <a:pt x="82283" y="564228"/>
                  <a:pt x="88343" y="571500"/>
                </a:cubicBezTo>
                <a:cubicBezTo>
                  <a:pt x="93229" y="577363"/>
                  <a:pt x="101997" y="578804"/>
                  <a:pt x="107393" y="584200"/>
                </a:cubicBezTo>
                <a:cubicBezTo>
                  <a:pt x="154651" y="631458"/>
                  <a:pt x="100598" y="592370"/>
                  <a:pt x="145493" y="622300"/>
                </a:cubicBezTo>
                <a:cubicBezTo>
                  <a:pt x="180463" y="692239"/>
                  <a:pt x="130104" y="598215"/>
                  <a:pt x="183593" y="673100"/>
                </a:cubicBezTo>
                <a:cubicBezTo>
                  <a:pt x="187484" y="678547"/>
                  <a:pt x="187306" y="685998"/>
                  <a:pt x="189943" y="692150"/>
                </a:cubicBezTo>
                <a:cubicBezTo>
                  <a:pt x="197459" y="709688"/>
                  <a:pt x="216757" y="744364"/>
                  <a:pt x="228043" y="755650"/>
                </a:cubicBezTo>
                <a:cubicBezTo>
                  <a:pt x="234393" y="762000"/>
                  <a:pt x="241580" y="767611"/>
                  <a:pt x="247093" y="774700"/>
                </a:cubicBezTo>
                <a:cubicBezTo>
                  <a:pt x="256464" y="786748"/>
                  <a:pt x="261700" y="802007"/>
                  <a:pt x="272493" y="812800"/>
                </a:cubicBezTo>
                <a:cubicBezTo>
                  <a:pt x="321386" y="861693"/>
                  <a:pt x="300630" y="835956"/>
                  <a:pt x="335993" y="889000"/>
                </a:cubicBezTo>
                <a:cubicBezTo>
                  <a:pt x="340226" y="895350"/>
                  <a:pt x="346280" y="900810"/>
                  <a:pt x="348693" y="908050"/>
                </a:cubicBezTo>
                <a:cubicBezTo>
                  <a:pt x="350810" y="914400"/>
                  <a:pt x="351792" y="921249"/>
                  <a:pt x="355043" y="927100"/>
                </a:cubicBezTo>
                <a:lnTo>
                  <a:pt x="393143" y="984250"/>
                </a:lnTo>
                <a:cubicBezTo>
                  <a:pt x="397376" y="990600"/>
                  <a:pt x="403430" y="996060"/>
                  <a:pt x="405843" y="1003300"/>
                </a:cubicBezTo>
                <a:lnTo>
                  <a:pt x="418543" y="104140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3670300" y="5029200"/>
            <a:ext cx="1123950" cy="1024358"/>
          </a:xfrm>
          <a:custGeom>
            <a:avLst/>
            <a:gdLst>
              <a:gd name="connsiteX0" fmla="*/ 0 w 1123950"/>
              <a:gd name="connsiteY0" fmla="*/ 0 h 1024358"/>
              <a:gd name="connsiteX1" fmla="*/ 6350 w 1123950"/>
              <a:gd name="connsiteY1" fmla="*/ 38100 h 1024358"/>
              <a:gd name="connsiteX2" fmla="*/ 12700 w 1123950"/>
              <a:gd name="connsiteY2" fmla="*/ 82550 h 1024358"/>
              <a:gd name="connsiteX3" fmla="*/ 19050 w 1123950"/>
              <a:gd name="connsiteY3" fmla="*/ 107950 h 1024358"/>
              <a:gd name="connsiteX4" fmla="*/ 25400 w 1123950"/>
              <a:gd name="connsiteY4" fmla="*/ 158750 h 1024358"/>
              <a:gd name="connsiteX5" fmla="*/ 31750 w 1123950"/>
              <a:gd name="connsiteY5" fmla="*/ 196850 h 1024358"/>
              <a:gd name="connsiteX6" fmla="*/ 38100 w 1123950"/>
              <a:gd name="connsiteY6" fmla="*/ 228600 h 1024358"/>
              <a:gd name="connsiteX7" fmla="*/ 50800 w 1123950"/>
              <a:gd name="connsiteY7" fmla="*/ 260350 h 1024358"/>
              <a:gd name="connsiteX8" fmla="*/ 57150 w 1123950"/>
              <a:gd name="connsiteY8" fmla="*/ 279400 h 1024358"/>
              <a:gd name="connsiteX9" fmla="*/ 82550 w 1123950"/>
              <a:gd name="connsiteY9" fmla="*/ 317500 h 1024358"/>
              <a:gd name="connsiteX10" fmla="*/ 114300 w 1123950"/>
              <a:gd name="connsiteY10" fmla="*/ 355600 h 1024358"/>
              <a:gd name="connsiteX11" fmla="*/ 133350 w 1123950"/>
              <a:gd name="connsiteY11" fmla="*/ 368300 h 1024358"/>
              <a:gd name="connsiteX12" fmla="*/ 165100 w 1123950"/>
              <a:gd name="connsiteY12" fmla="*/ 400050 h 1024358"/>
              <a:gd name="connsiteX13" fmla="*/ 203200 w 1123950"/>
              <a:gd name="connsiteY13" fmla="*/ 438150 h 1024358"/>
              <a:gd name="connsiteX14" fmla="*/ 222250 w 1123950"/>
              <a:gd name="connsiteY14" fmla="*/ 457200 h 1024358"/>
              <a:gd name="connsiteX15" fmla="*/ 266700 w 1123950"/>
              <a:gd name="connsiteY15" fmla="*/ 488950 h 1024358"/>
              <a:gd name="connsiteX16" fmla="*/ 304800 w 1123950"/>
              <a:gd name="connsiteY16" fmla="*/ 514350 h 1024358"/>
              <a:gd name="connsiteX17" fmla="*/ 342900 w 1123950"/>
              <a:gd name="connsiteY17" fmla="*/ 533400 h 1024358"/>
              <a:gd name="connsiteX18" fmla="*/ 387350 w 1123950"/>
              <a:gd name="connsiteY18" fmla="*/ 552450 h 1024358"/>
              <a:gd name="connsiteX19" fmla="*/ 431800 w 1123950"/>
              <a:gd name="connsiteY19" fmla="*/ 584200 h 1024358"/>
              <a:gd name="connsiteX20" fmla="*/ 482600 w 1123950"/>
              <a:gd name="connsiteY20" fmla="*/ 603250 h 1024358"/>
              <a:gd name="connsiteX21" fmla="*/ 527050 w 1123950"/>
              <a:gd name="connsiteY21" fmla="*/ 628650 h 1024358"/>
              <a:gd name="connsiteX22" fmla="*/ 546100 w 1123950"/>
              <a:gd name="connsiteY22" fmla="*/ 647700 h 1024358"/>
              <a:gd name="connsiteX23" fmla="*/ 584200 w 1123950"/>
              <a:gd name="connsiteY23" fmla="*/ 660400 h 1024358"/>
              <a:gd name="connsiteX24" fmla="*/ 603250 w 1123950"/>
              <a:gd name="connsiteY24" fmla="*/ 666750 h 1024358"/>
              <a:gd name="connsiteX25" fmla="*/ 622300 w 1123950"/>
              <a:gd name="connsiteY25" fmla="*/ 673100 h 1024358"/>
              <a:gd name="connsiteX26" fmla="*/ 666750 w 1123950"/>
              <a:gd name="connsiteY26" fmla="*/ 692150 h 1024358"/>
              <a:gd name="connsiteX27" fmla="*/ 704850 w 1123950"/>
              <a:gd name="connsiteY27" fmla="*/ 723900 h 1024358"/>
              <a:gd name="connsiteX28" fmla="*/ 742950 w 1123950"/>
              <a:gd name="connsiteY28" fmla="*/ 749300 h 1024358"/>
              <a:gd name="connsiteX29" fmla="*/ 762000 w 1123950"/>
              <a:gd name="connsiteY29" fmla="*/ 762000 h 1024358"/>
              <a:gd name="connsiteX30" fmla="*/ 781050 w 1123950"/>
              <a:gd name="connsiteY30" fmla="*/ 768350 h 1024358"/>
              <a:gd name="connsiteX31" fmla="*/ 819150 w 1123950"/>
              <a:gd name="connsiteY31" fmla="*/ 793750 h 1024358"/>
              <a:gd name="connsiteX32" fmla="*/ 838200 w 1123950"/>
              <a:gd name="connsiteY32" fmla="*/ 806450 h 1024358"/>
              <a:gd name="connsiteX33" fmla="*/ 857250 w 1123950"/>
              <a:gd name="connsiteY33" fmla="*/ 819150 h 1024358"/>
              <a:gd name="connsiteX34" fmla="*/ 876300 w 1123950"/>
              <a:gd name="connsiteY34" fmla="*/ 825500 h 1024358"/>
              <a:gd name="connsiteX35" fmla="*/ 895350 w 1123950"/>
              <a:gd name="connsiteY35" fmla="*/ 838200 h 1024358"/>
              <a:gd name="connsiteX36" fmla="*/ 920750 w 1123950"/>
              <a:gd name="connsiteY36" fmla="*/ 844550 h 1024358"/>
              <a:gd name="connsiteX37" fmla="*/ 939800 w 1123950"/>
              <a:gd name="connsiteY37" fmla="*/ 857250 h 1024358"/>
              <a:gd name="connsiteX38" fmla="*/ 1009650 w 1123950"/>
              <a:gd name="connsiteY38" fmla="*/ 901700 h 1024358"/>
              <a:gd name="connsiteX39" fmla="*/ 1041400 w 1123950"/>
              <a:gd name="connsiteY39" fmla="*/ 939800 h 1024358"/>
              <a:gd name="connsiteX40" fmla="*/ 1066800 w 1123950"/>
              <a:gd name="connsiteY40" fmla="*/ 952500 h 1024358"/>
              <a:gd name="connsiteX41" fmla="*/ 1073150 w 1123950"/>
              <a:gd name="connsiteY41" fmla="*/ 971550 h 1024358"/>
              <a:gd name="connsiteX42" fmla="*/ 1092200 w 1123950"/>
              <a:gd name="connsiteY42" fmla="*/ 984250 h 1024358"/>
              <a:gd name="connsiteX43" fmla="*/ 1111250 w 1123950"/>
              <a:gd name="connsiteY43" fmla="*/ 1003300 h 1024358"/>
              <a:gd name="connsiteX44" fmla="*/ 1123950 w 1123950"/>
              <a:gd name="connsiteY44" fmla="*/ 1022350 h 102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123950" h="1024358">
                <a:moveTo>
                  <a:pt x="0" y="0"/>
                </a:moveTo>
                <a:cubicBezTo>
                  <a:pt x="2117" y="12700"/>
                  <a:pt x="4392" y="25375"/>
                  <a:pt x="6350" y="38100"/>
                </a:cubicBezTo>
                <a:cubicBezTo>
                  <a:pt x="8626" y="52893"/>
                  <a:pt x="10023" y="67824"/>
                  <a:pt x="12700" y="82550"/>
                </a:cubicBezTo>
                <a:cubicBezTo>
                  <a:pt x="14261" y="91136"/>
                  <a:pt x="17615" y="99342"/>
                  <a:pt x="19050" y="107950"/>
                </a:cubicBezTo>
                <a:cubicBezTo>
                  <a:pt x="21855" y="124783"/>
                  <a:pt x="22987" y="141856"/>
                  <a:pt x="25400" y="158750"/>
                </a:cubicBezTo>
                <a:cubicBezTo>
                  <a:pt x="27221" y="171496"/>
                  <a:pt x="29447" y="184182"/>
                  <a:pt x="31750" y="196850"/>
                </a:cubicBezTo>
                <a:cubicBezTo>
                  <a:pt x="33681" y="207469"/>
                  <a:pt x="34999" y="218262"/>
                  <a:pt x="38100" y="228600"/>
                </a:cubicBezTo>
                <a:cubicBezTo>
                  <a:pt x="41375" y="239518"/>
                  <a:pt x="46798" y="249677"/>
                  <a:pt x="50800" y="260350"/>
                </a:cubicBezTo>
                <a:cubicBezTo>
                  <a:pt x="53150" y="266617"/>
                  <a:pt x="53899" y="273549"/>
                  <a:pt x="57150" y="279400"/>
                </a:cubicBezTo>
                <a:cubicBezTo>
                  <a:pt x="64563" y="292743"/>
                  <a:pt x="74083" y="304800"/>
                  <a:pt x="82550" y="317500"/>
                </a:cubicBezTo>
                <a:cubicBezTo>
                  <a:pt x="95037" y="336231"/>
                  <a:pt x="95965" y="340321"/>
                  <a:pt x="114300" y="355600"/>
                </a:cubicBezTo>
                <a:cubicBezTo>
                  <a:pt x="120163" y="360486"/>
                  <a:pt x="127000" y="364067"/>
                  <a:pt x="133350" y="368300"/>
                </a:cubicBezTo>
                <a:cubicBezTo>
                  <a:pt x="159520" y="407555"/>
                  <a:pt x="130464" y="369262"/>
                  <a:pt x="165100" y="400050"/>
                </a:cubicBezTo>
                <a:cubicBezTo>
                  <a:pt x="178524" y="411982"/>
                  <a:pt x="190500" y="425450"/>
                  <a:pt x="203200" y="438150"/>
                </a:cubicBezTo>
                <a:cubicBezTo>
                  <a:pt x="209550" y="444500"/>
                  <a:pt x="214778" y="452219"/>
                  <a:pt x="222250" y="457200"/>
                </a:cubicBezTo>
                <a:cubicBezTo>
                  <a:pt x="284184" y="498489"/>
                  <a:pt x="187936" y="433816"/>
                  <a:pt x="266700" y="488950"/>
                </a:cubicBezTo>
                <a:cubicBezTo>
                  <a:pt x="279204" y="497703"/>
                  <a:pt x="290320" y="509523"/>
                  <a:pt x="304800" y="514350"/>
                </a:cubicBezTo>
                <a:cubicBezTo>
                  <a:pt x="352683" y="530311"/>
                  <a:pt x="293661" y="508781"/>
                  <a:pt x="342900" y="533400"/>
                </a:cubicBezTo>
                <a:cubicBezTo>
                  <a:pt x="386110" y="555005"/>
                  <a:pt x="334496" y="519416"/>
                  <a:pt x="387350" y="552450"/>
                </a:cubicBezTo>
                <a:cubicBezTo>
                  <a:pt x="392081" y="555407"/>
                  <a:pt x="423251" y="580536"/>
                  <a:pt x="431800" y="584200"/>
                </a:cubicBezTo>
                <a:cubicBezTo>
                  <a:pt x="465037" y="598445"/>
                  <a:pt x="450854" y="580574"/>
                  <a:pt x="482600" y="603250"/>
                </a:cubicBezTo>
                <a:cubicBezTo>
                  <a:pt x="523342" y="632351"/>
                  <a:pt x="477854" y="616351"/>
                  <a:pt x="527050" y="628650"/>
                </a:cubicBezTo>
                <a:cubicBezTo>
                  <a:pt x="533400" y="635000"/>
                  <a:pt x="538250" y="643339"/>
                  <a:pt x="546100" y="647700"/>
                </a:cubicBezTo>
                <a:cubicBezTo>
                  <a:pt x="557802" y="654201"/>
                  <a:pt x="571500" y="656167"/>
                  <a:pt x="584200" y="660400"/>
                </a:cubicBezTo>
                <a:lnTo>
                  <a:pt x="603250" y="666750"/>
                </a:lnTo>
                <a:cubicBezTo>
                  <a:pt x="609600" y="668867"/>
                  <a:pt x="616731" y="669387"/>
                  <a:pt x="622300" y="673100"/>
                </a:cubicBezTo>
                <a:cubicBezTo>
                  <a:pt x="648612" y="690641"/>
                  <a:pt x="633946" y="683949"/>
                  <a:pt x="666750" y="692150"/>
                </a:cubicBezTo>
                <a:cubicBezTo>
                  <a:pt x="734823" y="737532"/>
                  <a:pt x="631511" y="666858"/>
                  <a:pt x="704850" y="723900"/>
                </a:cubicBezTo>
                <a:cubicBezTo>
                  <a:pt x="716898" y="733271"/>
                  <a:pt x="730250" y="740833"/>
                  <a:pt x="742950" y="749300"/>
                </a:cubicBezTo>
                <a:cubicBezTo>
                  <a:pt x="749300" y="753533"/>
                  <a:pt x="754760" y="759587"/>
                  <a:pt x="762000" y="762000"/>
                </a:cubicBezTo>
                <a:cubicBezTo>
                  <a:pt x="768350" y="764117"/>
                  <a:pt x="775199" y="765099"/>
                  <a:pt x="781050" y="768350"/>
                </a:cubicBezTo>
                <a:cubicBezTo>
                  <a:pt x="794393" y="775763"/>
                  <a:pt x="806450" y="785283"/>
                  <a:pt x="819150" y="793750"/>
                </a:cubicBezTo>
                <a:lnTo>
                  <a:pt x="838200" y="806450"/>
                </a:lnTo>
                <a:cubicBezTo>
                  <a:pt x="844550" y="810683"/>
                  <a:pt x="850010" y="816737"/>
                  <a:pt x="857250" y="819150"/>
                </a:cubicBezTo>
                <a:cubicBezTo>
                  <a:pt x="863600" y="821267"/>
                  <a:pt x="870313" y="822507"/>
                  <a:pt x="876300" y="825500"/>
                </a:cubicBezTo>
                <a:cubicBezTo>
                  <a:pt x="883126" y="828913"/>
                  <a:pt x="888335" y="835194"/>
                  <a:pt x="895350" y="838200"/>
                </a:cubicBezTo>
                <a:cubicBezTo>
                  <a:pt x="903372" y="841638"/>
                  <a:pt x="912283" y="842433"/>
                  <a:pt x="920750" y="844550"/>
                </a:cubicBezTo>
                <a:cubicBezTo>
                  <a:pt x="927100" y="848783"/>
                  <a:pt x="932974" y="853837"/>
                  <a:pt x="939800" y="857250"/>
                </a:cubicBezTo>
                <a:cubicBezTo>
                  <a:pt x="972134" y="873417"/>
                  <a:pt x="974988" y="849707"/>
                  <a:pt x="1009650" y="901700"/>
                </a:cubicBezTo>
                <a:cubicBezTo>
                  <a:pt x="1019777" y="916890"/>
                  <a:pt x="1025843" y="928688"/>
                  <a:pt x="1041400" y="939800"/>
                </a:cubicBezTo>
                <a:cubicBezTo>
                  <a:pt x="1049103" y="945302"/>
                  <a:pt x="1058333" y="948267"/>
                  <a:pt x="1066800" y="952500"/>
                </a:cubicBezTo>
                <a:cubicBezTo>
                  <a:pt x="1068917" y="958850"/>
                  <a:pt x="1068969" y="966323"/>
                  <a:pt x="1073150" y="971550"/>
                </a:cubicBezTo>
                <a:cubicBezTo>
                  <a:pt x="1077918" y="977509"/>
                  <a:pt x="1086337" y="979364"/>
                  <a:pt x="1092200" y="984250"/>
                </a:cubicBezTo>
                <a:cubicBezTo>
                  <a:pt x="1099099" y="989999"/>
                  <a:pt x="1104900" y="996950"/>
                  <a:pt x="1111250" y="1003300"/>
                </a:cubicBezTo>
                <a:cubicBezTo>
                  <a:pt x="1118269" y="1024358"/>
                  <a:pt x="1110907" y="1022350"/>
                  <a:pt x="1123950" y="10223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rot="10800000" flipV="1">
            <a:off x="4929190" y="5786454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14942" y="5572140"/>
            <a:ext cx="3831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값에 공백이 있다면 처음 값만 속성 값으로 설정된다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값에 </a:t>
            </a:r>
            <a:r>
              <a:rPr lang="en-US" altLang="ko-KR" sz="1200" dirty="0" smtClean="0"/>
              <a:t>:   A</a:t>
            </a:r>
            <a:r>
              <a:rPr lang="ko-KR" altLang="en-US" sz="1200" dirty="0" smtClean="0"/>
              <a:t>와  </a:t>
            </a:r>
            <a:r>
              <a:rPr lang="en-US" altLang="ko-KR" sz="1200" dirty="0" smtClean="0"/>
              <a:t>B</a:t>
            </a:r>
            <a:endParaRPr lang="ko-KR" altLang="en-US" sz="1200" dirty="0"/>
          </a:p>
        </p:txBody>
      </p:sp>
      <p:sp>
        <p:nvSpPr>
          <p:cNvPr id="14" name="자유형 13"/>
          <p:cNvSpPr/>
          <p:nvPr/>
        </p:nvSpPr>
        <p:spPr>
          <a:xfrm>
            <a:off x="4957342" y="5778500"/>
            <a:ext cx="1164058" cy="298450"/>
          </a:xfrm>
          <a:custGeom>
            <a:avLst/>
            <a:gdLst>
              <a:gd name="connsiteX0" fmla="*/ 929108 w 1164058"/>
              <a:gd name="connsiteY0" fmla="*/ 50800 h 298450"/>
              <a:gd name="connsiteX1" fmla="*/ 910058 w 1164058"/>
              <a:gd name="connsiteY1" fmla="*/ 57150 h 298450"/>
              <a:gd name="connsiteX2" fmla="*/ 897358 w 1164058"/>
              <a:gd name="connsiteY2" fmla="*/ 95250 h 298450"/>
              <a:gd name="connsiteX3" fmla="*/ 903708 w 1164058"/>
              <a:gd name="connsiteY3" fmla="*/ 127000 h 298450"/>
              <a:gd name="connsiteX4" fmla="*/ 948158 w 1164058"/>
              <a:gd name="connsiteY4" fmla="*/ 177800 h 298450"/>
              <a:gd name="connsiteX5" fmla="*/ 967208 w 1164058"/>
              <a:gd name="connsiteY5" fmla="*/ 196850 h 298450"/>
              <a:gd name="connsiteX6" fmla="*/ 1011658 w 1164058"/>
              <a:gd name="connsiteY6" fmla="*/ 222250 h 298450"/>
              <a:gd name="connsiteX7" fmla="*/ 1094208 w 1164058"/>
              <a:gd name="connsiteY7" fmla="*/ 203200 h 298450"/>
              <a:gd name="connsiteX8" fmla="*/ 1132308 w 1164058"/>
              <a:gd name="connsiteY8" fmla="*/ 177800 h 298450"/>
              <a:gd name="connsiteX9" fmla="*/ 1138658 w 1164058"/>
              <a:gd name="connsiteY9" fmla="*/ 158750 h 298450"/>
              <a:gd name="connsiteX10" fmla="*/ 1151358 w 1164058"/>
              <a:gd name="connsiteY10" fmla="*/ 139700 h 298450"/>
              <a:gd name="connsiteX11" fmla="*/ 1164058 w 1164058"/>
              <a:gd name="connsiteY11" fmla="*/ 101600 h 298450"/>
              <a:gd name="connsiteX12" fmla="*/ 1157708 w 1164058"/>
              <a:gd name="connsiteY12" fmla="*/ 69850 h 298450"/>
              <a:gd name="connsiteX13" fmla="*/ 1145008 w 1164058"/>
              <a:gd name="connsiteY13" fmla="*/ 50800 h 298450"/>
              <a:gd name="connsiteX14" fmla="*/ 1106908 w 1164058"/>
              <a:gd name="connsiteY14" fmla="*/ 19050 h 298450"/>
              <a:gd name="connsiteX15" fmla="*/ 1068808 w 1164058"/>
              <a:gd name="connsiteY15" fmla="*/ 6350 h 298450"/>
              <a:gd name="connsiteX16" fmla="*/ 1049758 w 1164058"/>
              <a:gd name="connsiteY16" fmla="*/ 0 h 298450"/>
              <a:gd name="connsiteX17" fmla="*/ 941808 w 1164058"/>
              <a:gd name="connsiteY17" fmla="*/ 6350 h 298450"/>
              <a:gd name="connsiteX18" fmla="*/ 865608 w 1164058"/>
              <a:gd name="connsiteY18" fmla="*/ 50800 h 298450"/>
              <a:gd name="connsiteX19" fmla="*/ 833858 w 1164058"/>
              <a:gd name="connsiteY19" fmla="*/ 82550 h 298450"/>
              <a:gd name="connsiteX20" fmla="*/ 821158 w 1164058"/>
              <a:gd name="connsiteY20" fmla="*/ 127000 h 298450"/>
              <a:gd name="connsiteX21" fmla="*/ 808458 w 1164058"/>
              <a:gd name="connsiteY21" fmla="*/ 165100 h 298450"/>
              <a:gd name="connsiteX22" fmla="*/ 802108 w 1164058"/>
              <a:gd name="connsiteY22" fmla="*/ 184150 h 298450"/>
              <a:gd name="connsiteX23" fmla="*/ 776708 w 1164058"/>
              <a:gd name="connsiteY23" fmla="*/ 222250 h 298450"/>
              <a:gd name="connsiteX24" fmla="*/ 764008 w 1164058"/>
              <a:gd name="connsiteY24" fmla="*/ 241300 h 298450"/>
              <a:gd name="connsiteX25" fmla="*/ 744958 w 1164058"/>
              <a:gd name="connsiteY25" fmla="*/ 254000 h 298450"/>
              <a:gd name="connsiteX26" fmla="*/ 490958 w 1164058"/>
              <a:gd name="connsiteY26" fmla="*/ 247650 h 298450"/>
              <a:gd name="connsiteX27" fmla="*/ 471908 w 1164058"/>
              <a:gd name="connsiteY27" fmla="*/ 241300 h 298450"/>
              <a:gd name="connsiteX28" fmla="*/ 433808 w 1164058"/>
              <a:gd name="connsiteY28" fmla="*/ 234950 h 298450"/>
              <a:gd name="connsiteX29" fmla="*/ 389358 w 1164058"/>
              <a:gd name="connsiteY29" fmla="*/ 222250 h 298450"/>
              <a:gd name="connsiteX30" fmla="*/ 287758 w 1164058"/>
              <a:gd name="connsiteY30" fmla="*/ 203200 h 298450"/>
              <a:gd name="connsiteX31" fmla="*/ 192508 w 1164058"/>
              <a:gd name="connsiteY31" fmla="*/ 209550 h 298450"/>
              <a:gd name="connsiteX32" fmla="*/ 135358 w 1164058"/>
              <a:gd name="connsiteY32" fmla="*/ 234950 h 298450"/>
              <a:gd name="connsiteX33" fmla="*/ 97258 w 1164058"/>
              <a:gd name="connsiteY33" fmla="*/ 247650 h 298450"/>
              <a:gd name="connsiteX34" fmla="*/ 78208 w 1164058"/>
              <a:gd name="connsiteY34" fmla="*/ 260350 h 298450"/>
              <a:gd name="connsiteX35" fmla="*/ 40108 w 1164058"/>
              <a:gd name="connsiteY35" fmla="*/ 273050 h 298450"/>
              <a:gd name="connsiteX36" fmla="*/ 21058 w 1164058"/>
              <a:gd name="connsiteY36" fmla="*/ 285750 h 298450"/>
              <a:gd name="connsiteX37" fmla="*/ 2008 w 1164058"/>
              <a:gd name="connsiteY37" fmla="*/ 298450 h 29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164058" h="298450">
                <a:moveTo>
                  <a:pt x="929108" y="50800"/>
                </a:moveTo>
                <a:cubicBezTo>
                  <a:pt x="922758" y="52917"/>
                  <a:pt x="913949" y="51703"/>
                  <a:pt x="910058" y="57150"/>
                </a:cubicBezTo>
                <a:cubicBezTo>
                  <a:pt x="902277" y="68043"/>
                  <a:pt x="897358" y="95250"/>
                  <a:pt x="897358" y="95250"/>
                </a:cubicBezTo>
                <a:cubicBezTo>
                  <a:pt x="899475" y="105833"/>
                  <a:pt x="899242" y="117174"/>
                  <a:pt x="903708" y="127000"/>
                </a:cubicBezTo>
                <a:cubicBezTo>
                  <a:pt x="925907" y="175838"/>
                  <a:pt x="920125" y="154439"/>
                  <a:pt x="948158" y="177800"/>
                </a:cubicBezTo>
                <a:cubicBezTo>
                  <a:pt x="955057" y="183549"/>
                  <a:pt x="960309" y="191101"/>
                  <a:pt x="967208" y="196850"/>
                </a:cubicBezTo>
                <a:cubicBezTo>
                  <a:pt x="980671" y="208069"/>
                  <a:pt x="996131" y="214486"/>
                  <a:pt x="1011658" y="222250"/>
                </a:cubicBezTo>
                <a:cubicBezTo>
                  <a:pt x="1032151" y="219322"/>
                  <a:pt x="1075190" y="215879"/>
                  <a:pt x="1094208" y="203200"/>
                </a:cubicBezTo>
                <a:lnTo>
                  <a:pt x="1132308" y="177800"/>
                </a:lnTo>
                <a:cubicBezTo>
                  <a:pt x="1134425" y="171450"/>
                  <a:pt x="1135665" y="164737"/>
                  <a:pt x="1138658" y="158750"/>
                </a:cubicBezTo>
                <a:cubicBezTo>
                  <a:pt x="1142071" y="151924"/>
                  <a:pt x="1148258" y="146674"/>
                  <a:pt x="1151358" y="139700"/>
                </a:cubicBezTo>
                <a:cubicBezTo>
                  <a:pt x="1156795" y="127467"/>
                  <a:pt x="1164058" y="101600"/>
                  <a:pt x="1164058" y="101600"/>
                </a:cubicBezTo>
                <a:cubicBezTo>
                  <a:pt x="1161941" y="91017"/>
                  <a:pt x="1161498" y="79956"/>
                  <a:pt x="1157708" y="69850"/>
                </a:cubicBezTo>
                <a:cubicBezTo>
                  <a:pt x="1155028" y="62704"/>
                  <a:pt x="1149894" y="56663"/>
                  <a:pt x="1145008" y="50800"/>
                </a:cubicBezTo>
                <a:cubicBezTo>
                  <a:pt x="1136212" y="40244"/>
                  <a:pt x="1120130" y="24926"/>
                  <a:pt x="1106908" y="19050"/>
                </a:cubicBezTo>
                <a:cubicBezTo>
                  <a:pt x="1094675" y="13613"/>
                  <a:pt x="1081508" y="10583"/>
                  <a:pt x="1068808" y="6350"/>
                </a:cubicBezTo>
                <a:lnTo>
                  <a:pt x="1049758" y="0"/>
                </a:lnTo>
                <a:cubicBezTo>
                  <a:pt x="1013775" y="2117"/>
                  <a:pt x="977551" y="1688"/>
                  <a:pt x="941808" y="6350"/>
                </a:cubicBezTo>
                <a:cubicBezTo>
                  <a:pt x="911398" y="10317"/>
                  <a:pt x="884788" y="27784"/>
                  <a:pt x="865608" y="50800"/>
                </a:cubicBezTo>
                <a:cubicBezTo>
                  <a:pt x="839150" y="82550"/>
                  <a:pt x="868783" y="59267"/>
                  <a:pt x="833858" y="82550"/>
                </a:cubicBezTo>
                <a:cubicBezTo>
                  <a:pt x="812518" y="146571"/>
                  <a:pt x="845078" y="47266"/>
                  <a:pt x="821158" y="127000"/>
                </a:cubicBezTo>
                <a:cubicBezTo>
                  <a:pt x="817311" y="139822"/>
                  <a:pt x="812691" y="152400"/>
                  <a:pt x="808458" y="165100"/>
                </a:cubicBezTo>
                <a:cubicBezTo>
                  <a:pt x="806341" y="171450"/>
                  <a:pt x="805821" y="178581"/>
                  <a:pt x="802108" y="184150"/>
                </a:cubicBezTo>
                <a:lnTo>
                  <a:pt x="776708" y="222250"/>
                </a:lnTo>
                <a:cubicBezTo>
                  <a:pt x="772475" y="228600"/>
                  <a:pt x="770358" y="237067"/>
                  <a:pt x="764008" y="241300"/>
                </a:cubicBezTo>
                <a:lnTo>
                  <a:pt x="744958" y="254000"/>
                </a:lnTo>
                <a:cubicBezTo>
                  <a:pt x="660291" y="251883"/>
                  <a:pt x="575560" y="251585"/>
                  <a:pt x="490958" y="247650"/>
                </a:cubicBezTo>
                <a:cubicBezTo>
                  <a:pt x="484272" y="247339"/>
                  <a:pt x="478442" y="242752"/>
                  <a:pt x="471908" y="241300"/>
                </a:cubicBezTo>
                <a:cubicBezTo>
                  <a:pt x="459339" y="238507"/>
                  <a:pt x="446433" y="237475"/>
                  <a:pt x="433808" y="234950"/>
                </a:cubicBezTo>
                <a:cubicBezTo>
                  <a:pt x="334964" y="215181"/>
                  <a:pt x="468036" y="240406"/>
                  <a:pt x="389358" y="222250"/>
                </a:cubicBezTo>
                <a:cubicBezTo>
                  <a:pt x="349773" y="213115"/>
                  <a:pt x="325355" y="209466"/>
                  <a:pt x="287758" y="203200"/>
                </a:cubicBezTo>
                <a:cubicBezTo>
                  <a:pt x="256008" y="205317"/>
                  <a:pt x="224009" y="205050"/>
                  <a:pt x="192508" y="209550"/>
                </a:cubicBezTo>
                <a:cubicBezTo>
                  <a:pt x="136785" y="217510"/>
                  <a:pt x="171466" y="218902"/>
                  <a:pt x="135358" y="234950"/>
                </a:cubicBezTo>
                <a:cubicBezTo>
                  <a:pt x="123125" y="240387"/>
                  <a:pt x="108397" y="240224"/>
                  <a:pt x="97258" y="247650"/>
                </a:cubicBezTo>
                <a:cubicBezTo>
                  <a:pt x="90908" y="251883"/>
                  <a:pt x="85182" y="257250"/>
                  <a:pt x="78208" y="260350"/>
                </a:cubicBezTo>
                <a:cubicBezTo>
                  <a:pt x="65975" y="265787"/>
                  <a:pt x="51247" y="265624"/>
                  <a:pt x="40108" y="273050"/>
                </a:cubicBezTo>
                <a:cubicBezTo>
                  <a:pt x="33758" y="277283"/>
                  <a:pt x="27884" y="282337"/>
                  <a:pt x="21058" y="285750"/>
                </a:cubicBezTo>
                <a:cubicBezTo>
                  <a:pt x="0" y="296279"/>
                  <a:pt x="2008" y="284297"/>
                  <a:pt x="2008" y="2984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60500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*</a:t>
            </a:r>
            <a:r>
              <a:rPr lang="ko-KR" altLang="en-US" sz="1600" dirty="0" smtClean="0"/>
              <a:t>글자태그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&lt;font color=“</a:t>
            </a:r>
            <a:r>
              <a:rPr lang="ko-KR" altLang="en-US" sz="1600" dirty="0" err="1" smtClean="0"/>
              <a:t>글자색</a:t>
            </a:r>
            <a:r>
              <a:rPr lang="en-US" altLang="ko-KR" sz="1600" dirty="0" smtClean="0"/>
              <a:t>”  size=“</a:t>
            </a:r>
            <a:r>
              <a:rPr lang="ko-KR" altLang="en-US" sz="1600" dirty="0" smtClean="0"/>
              <a:t>크기</a:t>
            </a:r>
            <a:r>
              <a:rPr lang="en-US" altLang="ko-KR" sz="1600" dirty="0" smtClean="0"/>
              <a:t>” face=“</a:t>
            </a:r>
            <a:r>
              <a:rPr lang="ko-KR" altLang="en-US" sz="1600" dirty="0" smtClean="0"/>
              <a:t>글꼴</a:t>
            </a:r>
            <a:r>
              <a:rPr lang="en-US" altLang="ko-KR" sz="1600" dirty="0" smtClean="0"/>
              <a:t>”&gt;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&lt;/font&gt;</a:t>
            </a:r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flipV="1">
            <a:off x="1428728" y="1142984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1538" y="1357298"/>
            <a:ext cx="25987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-</a:t>
            </a:r>
            <a:r>
              <a:rPr lang="ko-KR" altLang="en-US" sz="1200" dirty="0" smtClean="0"/>
              <a:t>문자열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black, white,,, </a:t>
            </a:r>
          </a:p>
          <a:p>
            <a:r>
              <a:rPr lang="en-US" altLang="ko-KR" sz="1200" dirty="0" smtClean="0"/>
              <a:t>-RGB ( 16</a:t>
            </a:r>
            <a:r>
              <a:rPr lang="ko-KR" altLang="en-US" sz="1200" dirty="0" smtClean="0"/>
              <a:t>진수 </a:t>
            </a:r>
            <a:r>
              <a:rPr lang="en-US" altLang="ko-KR" sz="1200" dirty="0" smtClean="0"/>
              <a:t>: 0~F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</a:t>
            </a:r>
            <a:r>
              <a:rPr lang="ko-KR" altLang="en-US" sz="1200" dirty="0" smtClean="0"/>
              <a:t>약 </a:t>
            </a:r>
            <a:r>
              <a:rPr lang="en-US" altLang="ko-KR" sz="1200" dirty="0" smtClean="0"/>
              <a:t>1600</a:t>
            </a:r>
            <a:r>
              <a:rPr lang="ko-KR" altLang="en-US" sz="1200" dirty="0" smtClean="0"/>
              <a:t>만 가지의 색이 표현가능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  </a:t>
            </a:r>
            <a:r>
              <a:rPr lang="en-US" altLang="ko-KR" sz="1200" b="1" dirty="0" smtClean="0"/>
              <a:t>#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00</a:t>
            </a:r>
            <a:r>
              <a:rPr lang="en-US" altLang="ko-KR" sz="1200" b="1" dirty="0" smtClean="0">
                <a:solidFill>
                  <a:srgbClr val="00B050"/>
                </a:solidFill>
              </a:rPr>
              <a:t>00</a:t>
            </a:r>
            <a:r>
              <a:rPr lang="en-US" altLang="ko-KR" sz="1200" b="1" dirty="0" smtClean="0">
                <a:solidFill>
                  <a:schemeClr val="tx2"/>
                </a:solidFill>
              </a:rPr>
              <a:t>00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  </a:t>
            </a:r>
            <a:r>
              <a:rPr lang="en-US" altLang="ko-KR" sz="1200" b="1" dirty="0" smtClean="0"/>
              <a:t>#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FF</a:t>
            </a:r>
            <a:r>
              <a:rPr lang="en-US" altLang="ko-KR" sz="1200" b="1" dirty="0" smtClean="0">
                <a:solidFill>
                  <a:srgbClr val="00B050"/>
                </a:solidFill>
              </a:rPr>
              <a:t>FF</a:t>
            </a:r>
            <a:r>
              <a:rPr lang="en-US" altLang="ko-KR" sz="1200" b="1" dirty="0" smtClean="0">
                <a:solidFill>
                  <a:schemeClr val="tx2"/>
                </a:solidFill>
              </a:rPr>
              <a:t>FF</a:t>
            </a:r>
            <a:endParaRPr lang="ko-KR" altLang="en-US" sz="1200" b="1" dirty="0">
              <a:solidFill>
                <a:schemeClr val="tx2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857224" y="2143116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1928802"/>
            <a:ext cx="12843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markup </a:t>
            </a:r>
            <a:r>
              <a:rPr lang="ko-KR" altLang="en-US" sz="1100" dirty="0" smtClean="0"/>
              <a:t>언어에서</a:t>
            </a:r>
            <a:endParaRPr lang="en-US" altLang="ko-KR" sz="1100" dirty="0" smtClean="0"/>
          </a:p>
          <a:p>
            <a:r>
              <a:rPr lang="ko-KR" altLang="en-US" sz="1100" dirty="0" smtClean="0"/>
              <a:t>숫자의 시작기호</a:t>
            </a:r>
            <a:endParaRPr lang="ko-KR" altLang="en-US" sz="1100" dirty="0"/>
          </a:p>
        </p:txBody>
      </p:sp>
      <p:sp>
        <p:nvSpPr>
          <p:cNvPr id="10" name="자유형 9"/>
          <p:cNvSpPr/>
          <p:nvPr/>
        </p:nvSpPr>
        <p:spPr>
          <a:xfrm>
            <a:off x="1581150" y="2501900"/>
            <a:ext cx="44450" cy="190500"/>
          </a:xfrm>
          <a:custGeom>
            <a:avLst/>
            <a:gdLst>
              <a:gd name="connsiteX0" fmla="*/ 44450 w 44450"/>
              <a:gd name="connsiteY0" fmla="*/ 0 h 190500"/>
              <a:gd name="connsiteX1" fmla="*/ 6350 w 44450"/>
              <a:gd name="connsiteY1" fmla="*/ 19050 h 190500"/>
              <a:gd name="connsiteX2" fmla="*/ 0 w 44450"/>
              <a:gd name="connsiteY2" fmla="*/ 38100 h 190500"/>
              <a:gd name="connsiteX3" fmla="*/ 12700 w 44450"/>
              <a:gd name="connsiteY3" fmla="*/ 114300 h 190500"/>
              <a:gd name="connsiteX4" fmla="*/ 25400 w 44450"/>
              <a:gd name="connsiteY4" fmla="*/ 133350 h 190500"/>
              <a:gd name="connsiteX5" fmla="*/ 12700 w 44450"/>
              <a:gd name="connsiteY5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50" h="190500">
                <a:moveTo>
                  <a:pt x="44450" y="0"/>
                </a:moveTo>
                <a:cubicBezTo>
                  <a:pt x="31901" y="4183"/>
                  <a:pt x="15302" y="7859"/>
                  <a:pt x="6350" y="19050"/>
                </a:cubicBezTo>
                <a:cubicBezTo>
                  <a:pt x="2169" y="24277"/>
                  <a:pt x="2117" y="31750"/>
                  <a:pt x="0" y="38100"/>
                </a:cubicBezTo>
                <a:cubicBezTo>
                  <a:pt x="1400" y="49301"/>
                  <a:pt x="5296" y="97024"/>
                  <a:pt x="12700" y="114300"/>
                </a:cubicBezTo>
                <a:cubicBezTo>
                  <a:pt x="15706" y="121315"/>
                  <a:pt x="21167" y="127000"/>
                  <a:pt x="25400" y="133350"/>
                </a:cubicBezTo>
                <a:cubicBezTo>
                  <a:pt x="18679" y="187120"/>
                  <a:pt x="31117" y="172083"/>
                  <a:pt x="12700" y="1905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endCxn id="4" idx="2"/>
          </p:cNvCxnSpPr>
          <p:nvPr/>
        </p:nvCxnSpPr>
        <p:spPr>
          <a:xfrm rot="10800000">
            <a:off x="3239310" y="1188164"/>
            <a:ext cx="189683" cy="169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71802" y="1357298"/>
            <a:ext cx="14109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1~10</a:t>
            </a:r>
            <a:r>
              <a:rPr lang="ko-KR" altLang="en-US" sz="1100" dirty="0" smtClean="0"/>
              <a:t>까지 사용가능</a:t>
            </a:r>
            <a:endParaRPr lang="en-US" altLang="ko-KR" sz="1100" dirty="0" smtClean="0"/>
          </a:p>
          <a:p>
            <a:r>
              <a:rPr lang="en-US" altLang="ko-KR" sz="1100" dirty="0"/>
              <a:t> </a:t>
            </a:r>
            <a:r>
              <a:rPr lang="ko-KR" altLang="en-US" sz="1100" dirty="0" smtClean="0"/>
              <a:t>기본값 </a:t>
            </a:r>
            <a:r>
              <a:rPr lang="en-US" altLang="ko-KR" sz="1100" dirty="0"/>
              <a:t>3</a:t>
            </a:r>
            <a:endParaRPr lang="ko-KR" altLang="en-US" sz="1100" dirty="0"/>
          </a:p>
        </p:txBody>
      </p:sp>
      <p:cxnSp>
        <p:nvCxnSpPr>
          <p:cNvPr id="14" name="직선 화살표 연결선 13"/>
          <p:cNvCxnSpPr/>
          <p:nvPr/>
        </p:nvCxnSpPr>
        <p:spPr>
          <a:xfrm rot="10800000">
            <a:off x="4643438" y="1071547"/>
            <a:ext cx="374988" cy="2405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61234" y="1312119"/>
            <a:ext cx="36969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-</a:t>
            </a:r>
            <a:r>
              <a:rPr lang="ko-KR" altLang="en-US" sz="1100" dirty="0" smtClean="0"/>
              <a:t>모든 글꼴</a:t>
            </a:r>
            <a:endParaRPr lang="en-US" altLang="ko-KR" sz="1100" dirty="0" smtClean="0"/>
          </a:p>
          <a:p>
            <a:r>
              <a:rPr lang="en-US" altLang="ko-KR" sz="1100" dirty="0" smtClean="0"/>
              <a:t>-</a:t>
            </a:r>
            <a:r>
              <a:rPr lang="ko-KR" altLang="en-US" sz="1100" dirty="0" smtClean="0"/>
              <a:t>기본값 </a:t>
            </a:r>
            <a:r>
              <a:rPr lang="en-US" altLang="ko-KR" sz="1100" dirty="0" smtClean="0"/>
              <a:t>: </a:t>
            </a:r>
            <a:r>
              <a:rPr lang="ko-KR" altLang="en-US" sz="1100" dirty="0" smtClean="0"/>
              <a:t>웹 브라우저에서 제공되는 기본 글꼴 사용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3571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1409</Words>
  <Application>Microsoft Office PowerPoint</Application>
  <PresentationFormat>화면 슬라이드 쇼(4:3)</PresentationFormat>
  <Paragraphs>244</Paragraphs>
  <Slides>14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59</cp:revision>
  <dcterms:created xsi:type="dcterms:W3CDTF">2025-10-22T23:45:10Z</dcterms:created>
  <dcterms:modified xsi:type="dcterms:W3CDTF">2025-10-24T01:14:01Z</dcterms:modified>
</cp:coreProperties>
</file>